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ppt/theme/themeOverride1.xml" ContentType="application/vnd.openxmlformats-officedocument.themeOverride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82" r:id="rId1"/>
  </p:sldMasterIdLst>
  <p:notesMasterIdLst>
    <p:notesMasterId r:id="rId5"/>
  </p:notesMasterIdLst>
  <p:sldIdLst>
    <p:sldId id="266" r:id="rId2"/>
    <p:sldId id="269" r:id="rId3"/>
    <p:sldId id="270" r:id="rId4"/>
  </p:sldIdLst>
  <p:sldSz cx="14630400" cy="8229600"/>
  <p:notesSz cx="8229600" cy="14630400"/>
  <p:embeddedFontLst>
    <p:embeddedFont>
      <p:font typeface="Arial Black" pitchFamily="34" charset="0"/>
      <p:bold r:id="rId6"/>
    </p:embeddedFont>
    <p:embeddedFont>
      <p:font typeface="Book Antiqua" pitchFamily="18" charset="0"/>
      <p:regular r:id="rId7"/>
      <p:bold r:id="rId8"/>
      <p:italic r:id="rId9"/>
      <p:boldItalic r:id="rId10"/>
    </p:embeddedFont>
    <p:embeddedFont>
      <p:font typeface="Calibri" pitchFamily="34" charset="0"/>
      <p:regular r:id="rId11"/>
      <p:bold r:id="rId12"/>
      <p:italic r:id="rId13"/>
      <p:boldItalic r:id="rId14"/>
    </p:embeddedFont>
  </p:embeddedFont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ok Antiqua" pitchFamily="18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ok Antiqua" pitchFamily="18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ok Antiqua" pitchFamily="18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ok Antiqua" pitchFamily="18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ok Antiqua" pitchFamily="18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Book Antiqua" pitchFamily="18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Book Antiqua" pitchFamily="18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Book Antiqua" pitchFamily="18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Book Antiqua" pitchFamily="18" charset="0"/>
        <a:ea typeface="+mn-ea"/>
        <a:cs typeface="Arial" pitchFamily="34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-1092" y="-378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1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1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4F6CDABC-72F5-4CF4-81D7-430BBA31EC97}" type="datetimeFigureOut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822325" y="6950075"/>
            <a:ext cx="6584950" cy="65833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  <a:endParaRPr lang="en-US" noProof="0" smtClean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02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02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39713119-2F9F-4D4A-8D1A-C2E80819A3F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CoverOverlay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4630400" cy="822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7"/>
          <p:cNvGrpSpPr/>
          <p:nvPr/>
        </p:nvGrpSpPr>
        <p:grpSpPr>
          <a:xfrm>
            <a:off x="1910562" y="3465036"/>
            <a:ext cx="10846576" cy="1277273"/>
            <a:chOff x="1172584" y="1381459"/>
            <a:chExt cx="6779110" cy="1064394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6" name="TextBox 5"/>
            <p:cNvSpPr txBox="1"/>
            <p:nvPr/>
          </p:nvSpPr>
          <p:spPr>
            <a:xfrm>
              <a:off x="4147073" y="1381459"/>
              <a:ext cx="732573" cy="106439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7700" dirty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  <a:cs typeface="+mn-cs"/>
                </a:rPr>
                <a:t></a:t>
              </a:r>
            </a:p>
          </p:txBody>
        </p:sp>
        <p:cxnSp>
          <p:nvCxnSpPr>
            <p:cNvPr id="7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93346" y="1665285"/>
            <a:ext cx="10843709" cy="2078378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94560" y="4521434"/>
            <a:ext cx="10241280" cy="21031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653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06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59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12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2655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186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571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24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4AF8C679-CE58-4527-A106-5458D2F9A459}" type="datetimeFigureOut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34AD26B2-BC08-4DD6-8417-C05B16B77C4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1876425" y="1670050"/>
            <a:ext cx="10845800" cy="1277938"/>
            <a:chOff x="1172584" y="1381459"/>
            <a:chExt cx="6779110" cy="1064394"/>
          </a:xfrm>
        </p:grpSpPr>
        <p:sp>
          <p:nvSpPr>
            <p:cNvPr id="5" name="TextBox 4"/>
            <p:cNvSpPr txBox="1">
              <a:spLocks noChangeArrowheads="1"/>
            </p:cNvSpPr>
            <p:nvPr/>
          </p:nvSpPr>
          <p:spPr bwMode="auto">
            <a:xfrm>
              <a:off x="4147375" y="1381459"/>
              <a:ext cx="732287" cy="1064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Book Antiqua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Book Antiqua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9pPr>
            </a:lstStyle>
            <a:p>
              <a:pPr>
                <a:defRPr/>
              </a:pPr>
              <a:r>
                <a:rPr lang="en-US" sz="7700" smtClean="0">
                  <a:solidFill>
                    <a:srgbClr val="DBA455"/>
                  </a:solidFill>
                  <a:latin typeface="Wingdings" pitchFamily="2" charset="2"/>
                  <a:cs typeface="Arial" charset="0"/>
                </a:rPr>
                <a:t></a:t>
              </a:r>
            </a:p>
          </p:txBody>
        </p:sp>
        <p:cxnSp>
          <p:nvCxnSpPr>
            <p:cNvPr id="6" name="Straight Connector 13"/>
            <p:cNvCxnSpPr/>
            <p:nvPr/>
          </p:nvCxnSpPr>
          <p:spPr>
            <a:xfrm rot="10800000">
              <a:off x="1172584" y="1926217"/>
              <a:ext cx="3119661" cy="1323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14"/>
            <p:cNvCxnSpPr/>
            <p:nvPr/>
          </p:nvCxnSpPr>
          <p:spPr>
            <a:xfrm rot="10800000">
              <a:off x="4832033" y="1922251"/>
              <a:ext cx="3119661" cy="2644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20AF76-B7BD-4D26-8246-ABFE0CE18273}" type="datetimeFigureOut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A593F3-6A04-4987-B4CE-7AA4C639162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 descr="CoverOverlay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4630400" cy="822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7"/>
          <p:cNvGrpSpPr>
            <a:grpSpLocks/>
          </p:cNvGrpSpPr>
          <p:nvPr/>
        </p:nvGrpSpPr>
        <p:grpSpPr bwMode="auto">
          <a:xfrm>
            <a:off x="1876425" y="3465513"/>
            <a:ext cx="10845800" cy="1276350"/>
            <a:chOff x="1172584" y="1381459"/>
            <a:chExt cx="6779110" cy="1064394"/>
          </a:xfrm>
        </p:grpSpPr>
        <p:sp>
          <p:nvSpPr>
            <p:cNvPr id="6" name="TextBox 5"/>
            <p:cNvSpPr txBox="1">
              <a:spLocks noChangeArrowheads="1"/>
            </p:cNvSpPr>
            <p:nvPr/>
          </p:nvSpPr>
          <p:spPr bwMode="auto">
            <a:xfrm>
              <a:off x="4147375" y="1381459"/>
              <a:ext cx="732287" cy="1064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Book Antiqua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Book Antiqua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9pPr>
            </a:lstStyle>
            <a:p>
              <a:pPr>
                <a:defRPr/>
              </a:pPr>
              <a:r>
                <a:rPr lang="en-US" sz="7700" smtClean="0">
                  <a:solidFill>
                    <a:srgbClr val="DBA455"/>
                  </a:solidFill>
                  <a:latin typeface="Wingdings" pitchFamily="2" charset="2"/>
                  <a:cs typeface="Arial" charset="0"/>
                </a:rPr>
                <a:t></a:t>
              </a:r>
            </a:p>
          </p:txBody>
        </p:sp>
        <p:cxnSp>
          <p:nvCxnSpPr>
            <p:cNvPr id="7" name="Straight Connector 9"/>
            <p:cNvCxnSpPr/>
            <p:nvPr/>
          </p:nvCxnSpPr>
          <p:spPr>
            <a:xfrm rot="10800000">
              <a:off x="1172584" y="1925570"/>
              <a:ext cx="3119661" cy="1324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10"/>
            <p:cNvCxnSpPr/>
            <p:nvPr/>
          </p:nvCxnSpPr>
          <p:spPr>
            <a:xfrm rot="10800000">
              <a:off x="4832033" y="1926895"/>
              <a:ext cx="3119661" cy="264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065" y="1445829"/>
            <a:ext cx="12407541" cy="2292859"/>
          </a:xfrm>
        </p:spPr>
        <p:txBody>
          <a:bodyPr anchor="b"/>
          <a:lstStyle>
            <a:lvl1pPr algn="ctr">
              <a:defRPr sz="7700" b="0" cap="none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8798" y="4520780"/>
            <a:ext cx="12375595" cy="1800224"/>
          </a:xfrm>
        </p:spPr>
        <p:txBody>
          <a:bodyPr/>
          <a:lstStyle>
            <a:lvl1pPr marL="0" indent="0" algn="ctr">
              <a:buNone/>
              <a:defRPr sz="2900">
                <a:solidFill>
                  <a:schemeClr val="tx2"/>
                </a:solidFill>
              </a:defRPr>
            </a:lvl1pPr>
            <a:lvl2pPr marL="65311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0622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3pPr>
            <a:lvl4pPr marL="195933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marL="261244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marL="326555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marL="391866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marL="457177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marL="52248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FBAEB3-FB20-4B74-8D34-7757990E1316}" type="datetimeFigureOut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4FE920-289F-4749-8B1A-FD0F0820EB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2"/>
          <p:cNvGrpSpPr>
            <a:grpSpLocks/>
          </p:cNvGrpSpPr>
          <p:nvPr/>
        </p:nvGrpSpPr>
        <p:grpSpPr bwMode="auto">
          <a:xfrm>
            <a:off x="1876425" y="1670050"/>
            <a:ext cx="10845800" cy="1277938"/>
            <a:chOff x="1172584" y="1381459"/>
            <a:chExt cx="6779110" cy="1064394"/>
          </a:xfrm>
        </p:grpSpPr>
        <p:sp>
          <p:nvSpPr>
            <p:cNvPr id="6" name="TextBox 5"/>
            <p:cNvSpPr txBox="1">
              <a:spLocks noChangeArrowheads="1"/>
            </p:cNvSpPr>
            <p:nvPr/>
          </p:nvSpPr>
          <p:spPr bwMode="auto">
            <a:xfrm>
              <a:off x="4147375" y="1381459"/>
              <a:ext cx="732287" cy="1064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Book Antiqua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Book Antiqua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9pPr>
            </a:lstStyle>
            <a:p>
              <a:pPr>
                <a:defRPr/>
              </a:pPr>
              <a:r>
                <a:rPr lang="en-US" sz="7700" smtClean="0">
                  <a:solidFill>
                    <a:srgbClr val="DBA455"/>
                  </a:solidFill>
                  <a:latin typeface="Wingdings" pitchFamily="2" charset="2"/>
                  <a:cs typeface="Arial" charset="0"/>
                </a:rPr>
                <a:t></a:t>
              </a:r>
            </a:p>
          </p:txBody>
        </p:sp>
        <p:cxnSp>
          <p:nvCxnSpPr>
            <p:cNvPr id="7" name="Straight Connector 14"/>
            <p:cNvCxnSpPr/>
            <p:nvPr/>
          </p:nvCxnSpPr>
          <p:spPr>
            <a:xfrm rot="10800000">
              <a:off x="1172584" y="1926217"/>
              <a:ext cx="3119661" cy="1323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15"/>
            <p:cNvCxnSpPr/>
            <p:nvPr/>
          </p:nvCxnSpPr>
          <p:spPr>
            <a:xfrm rot="10800000">
              <a:off x="4832033" y="1922251"/>
              <a:ext cx="3119661" cy="2644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1097280" y="2688336"/>
            <a:ext cx="6086246" cy="465246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7432242" y="2688336"/>
            <a:ext cx="6086246" cy="465246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48D8EA-70A8-4D05-AE23-CF8AA05884FA}" type="datetimeFigureOut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13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171733-2CAB-4876-A76E-026E785422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3"/>
          <p:cNvGrpSpPr>
            <a:grpSpLocks/>
          </p:cNvGrpSpPr>
          <p:nvPr/>
        </p:nvGrpSpPr>
        <p:grpSpPr bwMode="auto">
          <a:xfrm>
            <a:off x="1876425" y="1670050"/>
            <a:ext cx="10845800" cy="1277938"/>
            <a:chOff x="1172584" y="1381459"/>
            <a:chExt cx="6779110" cy="1064394"/>
          </a:xfrm>
        </p:grpSpPr>
        <p:sp>
          <p:nvSpPr>
            <p:cNvPr id="8" name="TextBox 7"/>
            <p:cNvSpPr txBox="1">
              <a:spLocks noChangeArrowheads="1"/>
            </p:cNvSpPr>
            <p:nvPr/>
          </p:nvSpPr>
          <p:spPr bwMode="auto">
            <a:xfrm>
              <a:off x="4147375" y="1381459"/>
              <a:ext cx="732287" cy="1064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Book Antiqua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Book Antiqua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9pPr>
            </a:lstStyle>
            <a:p>
              <a:pPr>
                <a:defRPr/>
              </a:pPr>
              <a:r>
                <a:rPr lang="en-US" sz="7700" smtClean="0">
                  <a:solidFill>
                    <a:srgbClr val="DBA455"/>
                  </a:solidFill>
                  <a:latin typeface="Wingdings" pitchFamily="2" charset="2"/>
                  <a:cs typeface="Arial" charset="0"/>
                </a:rPr>
                <a:t></a:t>
              </a:r>
            </a:p>
          </p:txBody>
        </p:sp>
        <p:cxnSp>
          <p:nvCxnSpPr>
            <p:cNvPr id="9" name="Straight Connector 16"/>
            <p:cNvCxnSpPr/>
            <p:nvPr/>
          </p:nvCxnSpPr>
          <p:spPr>
            <a:xfrm rot="10800000">
              <a:off x="1172584" y="1926217"/>
              <a:ext cx="3119661" cy="1323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17"/>
            <p:cNvCxnSpPr/>
            <p:nvPr/>
          </p:nvCxnSpPr>
          <p:spPr>
            <a:xfrm rot="10800000">
              <a:off x="4832033" y="1922251"/>
              <a:ext cx="3119661" cy="2644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82496" y="2688336"/>
            <a:ext cx="5507914" cy="790042"/>
          </a:xfrm>
        </p:spPr>
        <p:txBody>
          <a:bodyPr anchor="b"/>
          <a:lstStyle>
            <a:lvl1pPr marL="0" indent="0" algn="ctr">
              <a:buNone/>
              <a:defRPr sz="3400" b="0">
                <a:solidFill>
                  <a:schemeClr val="tx2"/>
                </a:solidFill>
              </a:defRPr>
            </a:lvl1pPr>
            <a:lvl2pPr marL="653110" indent="0">
              <a:buNone/>
              <a:defRPr sz="2900" b="1"/>
            </a:lvl2pPr>
            <a:lvl3pPr marL="1306220" indent="0">
              <a:buNone/>
              <a:defRPr sz="2600" b="1"/>
            </a:lvl3pPr>
            <a:lvl4pPr marL="1959331" indent="0">
              <a:buNone/>
              <a:defRPr sz="2300" b="1"/>
            </a:lvl4pPr>
            <a:lvl5pPr marL="2612441" indent="0">
              <a:buNone/>
              <a:defRPr sz="2300" b="1"/>
            </a:lvl5pPr>
            <a:lvl6pPr marL="3265551" indent="0">
              <a:buNone/>
              <a:defRPr sz="2300" b="1"/>
            </a:lvl6pPr>
            <a:lvl7pPr marL="3918661" indent="0">
              <a:buNone/>
              <a:defRPr sz="2300" b="1"/>
            </a:lvl7pPr>
            <a:lvl8pPr marL="4571771" indent="0">
              <a:buNone/>
              <a:defRPr sz="2300" b="1"/>
            </a:lvl8pPr>
            <a:lvl9pPr marL="5224882" indent="0">
              <a:buNone/>
              <a:defRPr sz="23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1581" y="3537114"/>
            <a:ext cx="6086246" cy="3807562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003690" y="2688336"/>
            <a:ext cx="5515661" cy="790042"/>
          </a:xfrm>
        </p:spPr>
        <p:txBody>
          <a:bodyPr anchor="b"/>
          <a:lstStyle>
            <a:lvl1pPr marL="0" indent="0" algn="ctr">
              <a:buNone/>
              <a:defRPr sz="3400" b="0">
                <a:solidFill>
                  <a:schemeClr val="tx2"/>
                </a:solidFill>
              </a:defRPr>
            </a:lvl1pPr>
            <a:lvl2pPr marL="653110" indent="0">
              <a:buNone/>
              <a:defRPr sz="2900" b="1"/>
            </a:lvl2pPr>
            <a:lvl3pPr marL="1306220" indent="0">
              <a:buNone/>
              <a:defRPr sz="2600" b="1"/>
            </a:lvl3pPr>
            <a:lvl4pPr marL="1959331" indent="0">
              <a:buNone/>
              <a:defRPr sz="2300" b="1"/>
            </a:lvl4pPr>
            <a:lvl5pPr marL="2612441" indent="0">
              <a:buNone/>
              <a:defRPr sz="2300" b="1"/>
            </a:lvl5pPr>
            <a:lvl6pPr marL="3265551" indent="0">
              <a:buNone/>
              <a:defRPr sz="2300" b="1"/>
            </a:lvl6pPr>
            <a:lvl7pPr marL="3918661" indent="0">
              <a:buNone/>
              <a:defRPr sz="2300" b="1"/>
            </a:lvl7pPr>
            <a:lvl8pPr marL="4571771" indent="0">
              <a:buNone/>
              <a:defRPr sz="2300" b="1"/>
            </a:lvl8pPr>
            <a:lvl9pPr marL="5224882" indent="0">
              <a:buNone/>
              <a:defRPr sz="23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32042" y="3533241"/>
            <a:ext cx="6079565" cy="3807562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1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769D90-0DDC-4280-815B-4EC2EAE0C767}" type="datetimeFigureOut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12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D1EF08-FE7C-4D77-A034-C767AC273D0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1876425" y="1670050"/>
            <a:ext cx="10845800" cy="1277938"/>
            <a:chOff x="1172584" y="1381459"/>
            <a:chExt cx="6779110" cy="1064394"/>
          </a:xfrm>
        </p:grpSpPr>
        <p:sp>
          <p:nvSpPr>
            <p:cNvPr id="4" name="TextBox 3"/>
            <p:cNvSpPr txBox="1">
              <a:spLocks noChangeArrowheads="1"/>
            </p:cNvSpPr>
            <p:nvPr/>
          </p:nvSpPr>
          <p:spPr bwMode="auto">
            <a:xfrm>
              <a:off x="4147375" y="1381459"/>
              <a:ext cx="732287" cy="1064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Book Antiqua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Book Antiqua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9pPr>
            </a:lstStyle>
            <a:p>
              <a:pPr>
                <a:defRPr/>
              </a:pPr>
              <a:r>
                <a:rPr lang="en-US" sz="7700" smtClean="0">
                  <a:solidFill>
                    <a:srgbClr val="DBA455"/>
                  </a:solidFill>
                  <a:latin typeface="Wingdings" pitchFamily="2" charset="2"/>
                  <a:cs typeface="Arial" charset="0"/>
                </a:rPr>
                <a:t></a:t>
              </a:r>
            </a:p>
          </p:txBody>
        </p:sp>
        <p:cxnSp>
          <p:nvCxnSpPr>
            <p:cNvPr id="5" name="Straight Connector 14"/>
            <p:cNvCxnSpPr/>
            <p:nvPr/>
          </p:nvCxnSpPr>
          <p:spPr>
            <a:xfrm rot="10800000">
              <a:off x="1172584" y="1926217"/>
              <a:ext cx="3119661" cy="1323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15"/>
            <p:cNvCxnSpPr/>
            <p:nvPr/>
          </p:nvCxnSpPr>
          <p:spPr>
            <a:xfrm rot="10800000">
              <a:off x="4832033" y="1922251"/>
              <a:ext cx="3119661" cy="2644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E39837-1030-4270-8F5E-4A5F29352E89}" type="datetimeFigureOut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45F250-A55C-4FA8-AC29-656F9DFBEA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634448-F2DF-47FC-B29D-511805F78872}" type="datetimeFigureOut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FCC06-DDEC-407D-8342-F6247A08E6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55327" y="2013835"/>
            <a:ext cx="5475973" cy="2264305"/>
          </a:xfrm>
        </p:spPr>
        <p:txBody>
          <a:bodyPr anchor="b"/>
          <a:lstStyle>
            <a:lvl1pPr algn="l">
              <a:defRPr sz="4000" b="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7203" y="671278"/>
            <a:ext cx="6586667" cy="6680118"/>
          </a:xfrm>
        </p:spPr>
        <p:txBody>
          <a:bodyPr anchor="ctr"/>
          <a:lstStyle>
            <a:lvl1pPr>
              <a:defRPr sz="3400"/>
            </a:lvl1pPr>
            <a:lvl2pPr>
              <a:defRPr sz="3100"/>
            </a:lvl2pPr>
            <a:lvl3pPr>
              <a:defRPr sz="2900"/>
            </a:lvl3pPr>
            <a:lvl4pPr>
              <a:defRPr sz="2600"/>
            </a:lvl4pPr>
            <a:lvl5pPr>
              <a:defRPr sz="2300"/>
            </a:lvl5pPr>
            <a:lvl6pPr>
              <a:defRPr sz="2900"/>
            </a:lvl6pPr>
            <a:lvl7pPr>
              <a:defRPr sz="2900"/>
            </a:lvl7pPr>
            <a:lvl8pPr>
              <a:defRPr sz="2900"/>
            </a:lvl8pPr>
            <a:lvl9pPr>
              <a:defRPr sz="29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55327" y="4324575"/>
            <a:ext cx="5458760" cy="3020747"/>
          </a:xfrm>
        </p:spPr>
        <p:txBody>
          <a:bodyPr>
            <a:normAutofit/>
          </a:bodyPr>
          <a:lstStyle>
            <a:lvl1pPr marL="0" indent="0">
              <a:buNone/>
              <a:defRPr sz="2300"/>
            </a:lvl1pPr>
            <a:lvl2pPr marL="653110" indent="0">
              <a:buNone/>
              <a:defRPr sz="1700"/>
            </a:lvl2pPr>
            <a:lvl3pPr marL="1306220" indent="0">
              <a:buNone/>
              <a:defRPr sz="1400"/>
            </a:lvl3pPr>
            <a:lvl4pPr marL="1959331" indent="0">
              <a:buNone/>
              <a:defRPr sz="1300"/>
            </a:lvl4pPr>
            <a:lvl5pPr marL="2612441" indent="0">
              <a:buNone/>
              <a:defRPr sz="1300"/>
            </a:lvl5pPr>
            <a:lvl6pPr marL="3265551" indent="0">
              <a:buNone/>
              <a:defRPr sz="1300"/>
            </a:lvl6pPr>
            <a:lvl7pPr marL="3918661" indent="0">
              <a:buNone/>
              <a:defRPr sz="1300"/>
            </a:lvl7pPr>
            <a:lvl8pPr marL="4571771" indent="0">
              <a:buNone/>
              <a:defRPr sz="1300"/>
            </a:lvl8pPr>
            <a:lvl9pPr marL="5224882" indent="0">
              <a:buNone/>
              <a:defRPr sz="13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3E2A34-FE68-4DBA-9253-2AA913F7E79D}" type="datetimeFigureOut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7187F4-728F-4FF9-9E41-95A8D4EA6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370" y="5602582"/>
            <a:ext cx="12427234" cy="773675"/>
          </a:xfrm>
        </p:spPr>
        <p:txBody>
          <a:bodyPr anchor="b"/>
          <a:lstStyle>
            <a:lvl1pPr algn="ctr">
              <a:defRPr sz="4000" b="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3494067" y="800358"/>
            <a:ext cx="7635450" cy="4317619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 rtlCol="0">
            <a:normAutofit/>
          </a:bodyPr>
          <a:lstStyle>
            <a:lvl1pPr marL="0" indent="0">
              <a:buNone/>
              <a:defRPr sz="4600"/>
            </a:lvl1pPr>
            <a:lvl2pPr marL="653110" indent="0">
              <a:buNone/>
              <a:defRPr sz="4000"/>
            </a:lvl2pPr>
            <a:lvl3pPr marL="1306220" indent="0">
              <a:buNone/>
              <a:defRPr sz="3400"/>
            </a:lvl3pPr>
            <a:lvl4pPr marL="1959331" indent="0">
              <a:buNone/>
              <a:defRPr sz="2900"/>
            </a:lvl4pPr>
            <a:lvl5pPr marL="2612441" indent="0">
              <a:buNone/>
              <a:defRPr sz="2900"/>
            </a:lvl5pPr>
            <a:lvl6pPr marL="3265551" indent="0">
              <a:buNone/>
              <a:defRPr sz="2900"/>
            </a:lvl6pPr>
            <a:lvl7pPr marL="3918661" indent="0">
              <a:buNone/>
              <a:defRPr sz="2900"/>
            </a:lvl7pPr>
            <a:lvl8pPr marL="4571771" indent="0">
              <a:buNone/>
              <a:defRPr sz="2900"/>
            </a:lvl8pPr>
            <a:lvl9pPr marL="5224882" indent="0">
              <a:buNone/>
              <a:defRPr sz="2900"/>
            </a:lvl9pPr>
          </a:lstStyle>
          <a:p>
            <a:pPr lvl="0"/>
            <a:r>
              <a:rPr lang="ru-RU" noProof="0" smtClean="0"/>
              <a:t>Вставка рисунка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1583" y="6389167"/>
            <a:ext cx="12410022" cy="965834"/>
          </a:xfrm>
        </p:spPr>
        <p:txBody>
          <a:bodyPr>
            <a:normAutofit/>
          </a:bodyPr>
          <a:lstStyle>
            <a:lvl1pPr marL="0" indent="0" algn="ctr">
              <a:buNone/>
              <a:defRPr sz="2300"/>
            </a:lvl1pPr>
            <a:lvl2pPr marL="653110" indent="0">
              <a:buNone/>
              <a:defRPr sz="1700"/>
            </a:lvl2pPr>
            <a:lvl3pPr marL="1306220" indent="0">
              <a:buNone/>
              <a:defRPr sz="1400"/>
            </a:lvl3pPr>
            <a:lvl4pPr marL="1959331" indent="0">
              <a:buNone/>
              <a:defRPr sz="1300"/>
            </a:lvl4pPr>
            <a:lvl5pPr marL="2612441" indent="0">
              <a:buNone/>
              <a:defRPr sz="1300"/>
            </a:lvl5pPr>
            <a:lvl6pPr marL="3265551" indent="0">
              <a:buNone/>
              <a:defRPr sz="1300"/>
            </a:lvl6pPr>
            <a:lvl7pPr marL="3918661" indent="0">
              <a:buNone/>
              <a:defRPr sz="1300"/>
            </a:lvl7pPr>
            <a:lvl8pPr marL="4571771" indent="0">
              <a:buNone/>
              <a:defRPr sz="1300"/>
            </a:lvl8pPr>
            <a:lvl9pPr marL="5224882" indent="0">
              <a:buNone/>
              <a:defRPr sz="13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51B4A9-9AD6-4E1D-8C90-1C1068824199}" type="datetimeFigureOut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1172B1-EBC0-4ED6-AC38-DA6BA9F604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1876425" y="1670050"/>
            <a:ext cx="10845800" cy="1277938"/>
            <a:chOff x="1172584" y="1381459"/>
            <a:chExt cx="6779110" cy="1064394"/>
          </a:xfrm>
        </p:grpSpPr>
        <p:sp>
          <p:nvSpPr>
            <p:cNvPr id="5" name="TextBox 4"/>
            <p:cNvSpPr txBox="1">
              <a:spLocks noChangeArrowheads="1"/>
            </p:cNvSpPr>
            <p:nvPr/>
          </p:nvSpPr>
          <p:spPr bwMode="auto">
            <a:xfrm>
              <a:off x="4147375" y="1381459"/>
              <a:ext cx="732287" cy="1064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Book Antiqua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Book Antiqua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9pPr>
            </a:lstStyle>
            <a:p>
              <a:pPr>
                <a:defRPr/>
              </a:pPr>
              <a:r>
                <a:rPr lang="en-US" sz="7700" smtClean="0">
                  <a:solidFill>
                    <a:srgbClr val="DBA455"/>
                  </a:solidFill>
                  <a:latin typeface="Wingdings" pitchFamily="2" charset="2"/>
                  <a:cs typeface="Arial" charset="0"/>
                </a:rPr>
                <a:t></a:t>
              </a:r>
            </a:p>
          </p:txBody>
        </p:sp>
        <p:cxnSp>
          <p:nvCxnSpPr>
            <p:cNvPr id="6" name="Straight Connector 15"/>
            <p:cNvCxnSpPr/>
            <p:nvPr/>
          </p:nvCxnSpPr>
          <p:spPr>
            <a:xfrm rot="10800000">
              <a:off x="1172584" y="1926217"/>
              <a:ext cx="3119661" cy="1323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16"/>
            <p:cNvCxnSpPr/>
            <p:nvPr/>
          </p:nvCxnSpPr>
          <p:spPr>
            <a:xfrm rot="10800000">
              <a:off x="4832033" y="1922251"/>
              <a:ext cx="3119661" cy="2644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69D1A2-8D84-4DE9-805B-9CD091646C69}" type="datetimeFigureOut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CECFA5-3982-470C-B871-3BF10A3DE5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"/>
          <p:cNvGrpSpPr>
            <a:grpSpLocks/>
          </p:cNvGrpSpPr>
          <p:nvPr/>
        </p:nvGrpSpPr>
        <p:grpSpPr bwMode="auto">
          <a:xfrm rot="5400000">
            <a:off x="7350126" y="3371850"/>
            <a:ext cx="6577012" cy="1277937"/>
            <a:chOff x="1815339" y="1443976"/>
            <a:chExt cx="5480154" cy="798296"/>
          </a:xfrm>
        </p:grpSpPr>
        <p:sp>
          <p:nvSpPr>
            <p:cNvPr id="5" name="TextBox 4"/>
            <p:cNvSpPr txBox="1">
              <a:spLocks noChangeArrowheads="1"/>
            </p:cNvSpPr>
            <p:nvPr/>
          </p:nvSpPr>
          <p:spPr bwMode="auto">
            <a:xfrm>
              <a:off x="4097083" y="1443976"/>
              <a:ext cx="977513" cy="798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Book Antiqua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Book Antiqua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9pPr>
            </a:lstStyle>
            <a:p>
              <a:pPr>
                <a:defRPr/>
              </a:pPr>
              <a:r>
                <a:rPr lang="en-US" sz="7700" smtClean="0">
                  <a:solidFill>
                    <a:srgbClr val="DBA455"/>
                  </a:solidFill>
                  <a:latin typeface="Wingdings" pitchFamily="2" charset="2"/>
                  <a:cs typeface="Arial" charset="0"/>
                </a:rPr>
                <a:t></a:t>
              </a:r>
            </a:p>
          </p:txBody>
        </p:sp>
        <p:cxnSp>
          <p:nvCxnSpPr>
            <p:cNvPr id="6" name="Straight Connector 12"/>
            <p:cNvCxnSpPr/>
            <p:nvPr/>
          </p:nvCxnSpPr>
          <p:spPr>
            <a:xfrm flipH="1" flipV="1">
              <a:off x="1815339" y="1921962"/>
              <a:ext cx="2468252" cy="1983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13"/>
            <p:cNvCxnSpPr/>
            <p:nvPr/>
          </p:nvCxnSpPr>
          <p:spPr>
            <a:xfrm rot="10800000">
              <a:off x="4827241" y="1927912"/>
              <a:ext cx="2468252" cy="991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26497" y="671278"/>
            <a:ext cx="2685109" cy="668011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01582" y="1019826"/>
            <a:ext cx="8812667" cy="602858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43B1EA-6A75-4FE4-962D-F74209FB0D1C}" type="datetimeFigureOut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97FC0D-F384-4165-A8F9-136751EE0F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622" tIns="65311" rIns="130622" bIns="65311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29" name="Title Placeholder 1"/>
          <p:cNvSpPr>
            <a:spLocks noGrp="1"/>
          </p:cNvSpPr>
          <p:nvPr>
            <p:ph type="title"/>
          </p:nvPr>
        </p:nvSpPr>
        <p:spPr bwMode="auto">
          <a:xfrm>
            <a:off x="1101725" y="684213"/>
            <a:ext cx="12409488" cy="1265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0622" tIns="65311" rIns="130622" bIns="6531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  <a:endParaRPr lang="en-US" smtClean="0"/>
          </a:p>
        </p:txBody>
      </p:sp>
      <p:sp>
        <p:nvSpPr>
          <p:cNvPr id="10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19188" y="2698750"/>
            <a:ext cx="12392025" cy="4652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0622" tIns="65311" rIns="130622" bIns="6531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6263" y="7392988"/>
            <a:ext cx="3414712" cy="438150"/>
          </a:xfrm>
          <a:prstGeom prst="rect">
            <a:avLst/>
          </a:prstGeom>
        </p:spPr>
        <p:txBody>
          <a:bodyPr vert="horz" lIns="130622" tIns="65311" rIns="130622" bIns="65311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7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0B1A099-A939-49CF-9017-5202B920425E}" type="datetimeFigureOut">
              <a:rPr lang="en-US"/>
              <a:pPr>
                <a:defRPr/>
              </a:pPr>
              <a:t>2/19/2026</a:t>
            </a:fld>
            <a:endParaRPr lang="en-US" dirty="0">
              <a:solidFill>
                <a:schemeClr val="accent1">
                  <a:shade val="75000"/>
                </a:scheme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99038" y="7392988"/>
            <a:ext cx="4632325" cy="438150"/>
          </a:xfrm>
          <a:prstGeom prst="rect">
            <a:avLst/>
          </a:prstGeom>
        </p:spPr>
        <p:txBody>
          <a:bodyPr vert="horz" lIns="130622" tIns="65311" rIns="130622" bIns="65311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700">
                <a:solidFill>
                  <a:schemeClr val="accent1">
                    <a:shade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23550" y="7392988"/>
            <a:ext cx="3413125" cy="438150"/>
          </a:xfrm>
          <a:prstGeom prst="rect">
            <a:avLst/>
          </a:prstGeom>
        </p:spPr>
        <p:txBody>
          <a:bodyPr vert="horz" lIns="130622" tIns="65311" rIns="130622" bIns="65311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7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262EFE1-C9D5-4626-88DA-4B06DD237228}" type="slidenum">
              <a:rPr lang="en-US"/>
              <a:pPr>
                <a:defRPr/>
              </a:pPr>
              <a:t>‹#›</a:t>
            </a:fld>
            <a:endParaRPr lang="en-US" dirty="0">
              <a:solidFill>
                <a:schemeClr val="accent1">
                  <a:shade val="75000"/>
                </a:scheme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</p:sldLayoutIdLst>
  <p:hf sldNum="0" hdr="0" ftr="0" dt="0"/>
  <p:txStyles>
    <p:titleStyle>
      <a:lvl1pPr algn="ctr" defTabSz="1304925" rtl="0" eaLnBrk="0" fontAlgn="base" hangingPunct="0">
        <a:spcBef>
          <a:spcPct val="0"/>
        </a:spcBef>
        <a:spcAft>
          <a:spcPct val="0"/>
        </a:spcAft>
        <a:defRPr sz="77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304925" rtl="0" eaLnBrk="0" fontAlgn="base" hangingPunct="0">
        <a:spcBef>
          <a:spcPct val="0"/>
        </a:spcBef>
        <a:spcAft>
          <a:spcPct val="0"/>
        </a:spcAft>
        <a:defRPr sz="7700">
          <a:solidFill>
            <a:schemeClr val="tx2"/>
          </a:solidFill>
          <a:latin typeface="Book Antiqua" pitchFamily="18" charset="0"/>
        </a:defRPr>
      </a:lvl2pPr>
      <a:lvl3pPr algn="ctr" defTabSz="1304925" rtl="0" eaLnBrk="0" fontAlgn="base" hangingPunct="0">
        <a:spcBef>
          <a:spcPct val="0"/>
        </a:spcBef>
        <a:spcAft>
          <a:spcPct val="0"/>
        </a:spcAft>
        <a:defRPr sz="7700">
          <a:solidFill>
            <a:schemeClr val="tx2"/>
          </a:solidFill>
          <a:latin typeface="Book Antiqua" pitchFamily="18" charset="0"/>
        </a:defRPr>
      </a:lvl3pPr>
      <a:lvl4pPr algn="ctr" defTabSz="1304925" rtl="0" eaLnBrk="0" fontAlgn="base" hangingPunct="0">
        <a:spcBef>
          <a:spcPct val="0"/>
        </a:spcBef>
        <a:spcAft>
          <a:spcPct val="0"/>
        </a:spcAft>
        <a:defRPr sz="7700">
          <a:solidFill>
            <a:schemeClr val="tx2"/>
          </a:solidFill>
          <a:latin typeface="Book Antiqua" pitchFamily="18" charset="0"/>
        </a:defRPr>
      </a:lvl4pPr>
      <a:lvl5pPr algn="ctr" defTabSz="1304925" rtl="0" eaLnBrk="0" fontAlgn="base" hangingPunct="0">
        <a:spcBef>
          <a:spcPct val="0"/>
        </a:spcBef>
        <a:spcAft>
          <a:spcPct val="0"/>
        </a:spcAft>
        <a:defRPr sz="7700">
          <a:solidFill>
            <a:schemeClr val="tx2"/>
          </a:solidFill>
          <a:latin typeface="Book Antiqua" pitchFamily="18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522288" indent="-522288" algn="l" defTabSz="1304925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"/>
        <a:defRPr sz="3400" kern="1200">
          <a:solidFill>
            <a:srgbClr val="262626"/>
          </a:solidFill>
          <a:latin typeface="+mn-lt"/>
          <a:ea typeface="+mn-ea"/>
          <a:cs typeface="+mn-cs"/>
        </a:defRPr>
      </a:lvl1pPr>
      <a:lvl2pPr marL="1109663" indent="-522288" algn="l" defTabSz="1304925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"/>
        <a:defRPr sz="3100" kern="1200">
          <a:solidFill>
            <a:srgbClr val="262626"/>
          </a:solidFill>
          <a:latin typeface="+mn-lt"/>
          <a:ea typeface="+mn-ea"/>
          <a:cs typeface="+mn-cs"/>
        </a:defRPr>
      </a:lvl2pPr>
      <a:lvl3pPr marL="1631950" indent="-522288" algn="l" defTabSz="1304925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"/>
        <a:defRPr sz="2900" kern="1200">
          <a:solidFill>
            <a:srgbClr val="262626"/>
          </a:solidFill>
          <a:latin typeface="+mn-lt"/>
          <a:ea typeface="+mn-ea"/>
          <a:cs typeface="+mn-cs"/>
        </a:defRPr>
      </a:lvl3pPr>
      <a:lvl4pPr marL="2154238" indent="-455613" algn="l" defTabSz="1304925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"/>
        <a:defRPr sz="2600" kern="1200">
          <a:solidFill>
            <a:srgbClr val="262626"/>
          </a:solidFill>
          <a:latin typeface="+mn-lt"/>
          <a:ea typeface="+mn-ea"/>
          <a:cs typeface="+mn-cs"/>
        </a:defRPr>
      </a:lvl4pPr>
      <a:lvl5pPr marL="2611438" indent="-455613" algn="l" defTabSz="1304925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"/>
        <a:defRPr sz="2300" kern="1200">
          <a:solidFill>
            <a:srgbClr val="262626"/>
          </a:solidFill>
          <a:latin typeface="+mn-lt"/>
          <a:ea typeface="+mn-ea"/>
          <a:cs typeface="+mn-cs"/>
        </a:defRPr>
      </a:lvl5pPr>
      <a:lvl6pPr marL="3069618" indent="-391866" algn="l" defTabSz="1306220" rtl="0" eaLnBrk="1" latinLnBrk="0" hangingPunct="1">
        <a:spcBef>
          <a:spcPts val="571"/>
        </a:spcBef>
        <a:buClr>
          <a:schemeClr val="accent1"/>
        </a:buClr>
        <a:buFont typeface="Wingdings" pitchFamily="2" charset="2"/>
        <a:buChar char="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526795" indent="-391866" algn="l" defTabSz="1306220" rtl="0" eaLnBrk="1" latinLnBrk="0" hangingPunct="1">
        <a:spcBef>
          <a:spcPts val="571"/>
        </a:spcBef>
        <a:buClr>
          <a:schemeClr val="accent1"/>
        </a:buClr>
        <a:buFont typeface="Wingdings" pitchFamily="2" charset="2"/>
        <a:buChar char="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983972" indent="-391866" algn="l" defTabSz="1306220" rtl="0" eaLnBrk="1" latinLnBrk="0" hangingPunct="1">
        <a:spcBef>
          <a:spcPts val="571"/>
        </a:spcBef>
        <a:buClr>
          <a:schemeClr val="accent1"/>
        </a:buClr>
        <a:buFont typeface="Wingdings" pitchFamily="2" charset="2"/>
        <a:buChar char="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441149" indent="-391866" algn="l" defTabSz="1306220" rtl="0" eaLnBrk="1" latinLnBrk="0" hangingPunct="1">
        <a:spcBef>
          <a:spcPts val="571"/>
        </a:spcBef>
        <a:buClr>
          <a:schemeClr val="accent1"/>
        </a:buClr>
        <a:buFont typeface="Wingdings" pitchFamily="2" charset="2"/>
        <a:buChar char="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53110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6220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5933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1244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6555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1866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24882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893346" y="369870"/>
            <a:ext cx="10843709" cy="3421294"/>
          </a:xfrm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1" hangingPunct="1">
              <a:defRPr/>
            </a:pPr>
            <a:r>
              <a:rPr lang="en-US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6-sinf </a:t>
            </a:r>
            <a:r>
              <a:rPr lang="en-US" b="1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b="1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b="1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Informatika</a:t>
            </a:r>
            <a:r>
              <a:rPr lang="en-US" b="1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b="1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axborot</a:t>
            </a:r>
            <a:r>
              <a:rPr lang="en-US" b="1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texnologiyalari</a:t>
            </a:r>
            <a:endParaRPr lang="en-US" b="1" i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74675" y="4521200"/>
            <a:ext cx="12863513" cy="3040063"/>
          </a:xfrm>
        </p:spPr>
        <p:txBody>
          <a:bodyPr/>
          <a:lstStyle/>
          <a:p>
            <a:pPr eaLnBrk="1" hangingPunct="1">
              <a:defRPr/>
            </a:pPr>
            <a:r>
              <a:rPr lang="en-US" sz="5400" b="1" i="1" dirty="0" err="1" smtClean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Mavzu</a:t>
            </a:r>
            <a:r>
              <a:rPr lang="en-US" sz="5400" b="1" i="1" dirty="0" smtClean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5400" b="1" i="1" dirty="0" err="1" smtClean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Elektron</a:t>
            </a:r>
            <a:r>
              <a:rPr lang="en-US" sz="5400" b="1" i="1" dirty="0" smtClean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400" b="1" i="1" dirty="0" err="1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jadval</a:t>
            </a:r>
            <a:r>
              <a:rPr lang="en-US" sz="5400" b="1" i="1" dirty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400" b="1" i="1" dirty="0" err="1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tushunchasi</a:t>
            </a:r>
            <a:r>
              <a:rPr lang="en-US" sz="5400" b="1" i="1" dirty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5400" b="1" i="1" dirty="0" err="1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Ma’lumotlarni</a:t>
            </a:r>
            <a:r>
              <a:rPr lang="en-US" sz="5400" b="1" i="1" dirty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400" b="1" i="1" dirty="0" err="1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elektron</a:t>
            </a:r>
            <a:r>
              <a:rPr lang="en-US" sz="5400" b="1" i="1" dirty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400" b="1" i="1" dirty="0" err="1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jadvalga</a:t>
            </a:r>
            <a:r>
              <a:rPr lang="en-US" sz="5400" b="1" i="1" dirty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400" b="1" i="1" dirty="0" err="1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kiritish</a:t>
            </a:r>
            <a:endParaRPr lang="en-US" sz="5400" b="1" i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5288" y="338138"/>
            <a:ext cx="6843712" cy="76908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239251" y="892399"/>
            <a:ext cx="4305300" cy="677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Diagrammaga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maʼlumot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kiritish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Diagrammaga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maʼlumot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smtClean="0">
                <a:solidFill>
                  <a:srgbClr val="7030A0"/>
                </a:solidFill>
                <a:latin typeface="Arial Black" pitchFamily="34" charset="0"/>
              </a:rPr>
              <a:t>kiritish</a:t>
            </a:r>
            <a:endParaRPr lang="ru-RU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Твердый переплет">
  <a:themeElements>
    <a:clrScheme name="Твердый переплет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Твердый переплет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Твердый переплет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Твердый переплет">
    <a:dk1>
      <a:sysClr val="windowText" lastClr="000000"/>
    </a:dk1>
    <a:lt1>
      <a:sysClr val="window" lastClr="FFFFFF"/>
    </a:lt1>
    <a:dk2>
      <a:srgbClr val="895D1D"/>
    </a:dk2>
    <a:lt2>
      <a:srgbClr val="ECE9C6"/>
    </a:lt2>
    <a:accent1>
      <a:srgbClr val="873624"/>
    </a:accent1>
    <a:accent2>
      <a:srgbClr val="D6862D"/>
    </a:accent2>
    <a:accent3>
      <a:srgbClr val="D0BE40"/>
    </a:accent3>
    <a:accent4>
      <a:srgbClr val="877F6C"/>
    </a:accent4>
    <a:accent5>
      <a:srgbClr val="972109"/>
    </a:accent5>
    <a:accent6>
      <a:srgbClr val="AEB795"/>
    </a:accent6>
    <a:hlink>
      <a:srgbClr val="CC9900"/>
    </a:hlink>
    <a:folHlink>
      <a:srgbClr val="B2B2B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204</TotalTime>
  <Words>17</Words>
  <Application>Microsoft Office PowerPoint</Application>
  <PresentationFormat>Произвольный</PresentationFormat>
  <Paragraphs>4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10" baseType="lpstr">
      <vt:lpstr>Arial</vt:lpstr>
      <vt:lpstr>Times New Roman</vt:lpstr>
      <vt:lpstr>Wingdings</vt:lpstr>
      <vt:lpstr>Arial Black</vt:lpstr>
      <vt:lpstr>Book Antiqua</vt:lpstr>
      <vt:lpstr>Calibri</vt:lpstr>
      <vt:lpstr>Твердый переплет</vt:lpstr>
      <vt:lpstr>6-sinf  Informatika va axborot texnologiyalari</vt:lpstr>
      <vt:lpstr>Слайд 2</vt:lpstr>
      <vt:lpstr>Diagrammaga maʼlumot kiritish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</dc:creator>
  <cp:lastModifiedBy>Пользователь</cp:lastModifiedBy>
  <cp:revision>25</cp:revision>
  <dcterms:created xsi:type="dcterms:W3CDTF">2026-01-30T16:02:42Z</dcterms:created>
  <dcterms:modified xsi:type="dcterms:W3CDTF">2026-02-19T14:51:27Z</dcterms:modified>
</cp:coreProperties>
</file>