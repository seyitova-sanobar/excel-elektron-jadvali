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E76936C8-F540-4865-A524-8006F3884EF1}" type="datetimeFigureOut">
              <a:rPr lang="en-US" smtClean="0"/>
              <a:pPr/>
              <a:t>2/19/2026</a:t>
            </a:fld>
            <a:endParaRPr lang="en-US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35D89BDF-DF37-4C91-A456-D2D080ECE2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5760639"/>
          </a:xfrm>
        </p:spPr>
        <p:txBody>
          <a:bodyPr>
            <a:normAutofit/>
          </a:bodyPr>
          <a:lstStyle/>
          <a:p>
            <a:r>
              <a:rPr lang="en-US" sz="66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7-sinf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Informatika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va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axborot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>texnologiyalari</a:t>
            </a:r>
            <a: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0070C0"/>
                </a:solidFill>
                <a:latin typeface="Arial Black" pitchFamily="34" charset="0"/>
                <a:cs typeface="Aharoni" pitchFamily="2" charset="-79"/>
              </a:rPr>
            </a:b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Mavzu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: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Elektron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jadvalni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loyihalash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.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Dizayn</a:t>
            </a:r>
            <a:r>
              <a:rPr lang="en-US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shakllantirish</a:t>
            </a:r>
            <a: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  <a:t/>
            </a:r>
            <a:br>
              <a:rPr lang="en-US" dirty="0" smtClean="0">
                <a:solidFill>
                  <a:srgbClr val="7030A0"/>
                </a:solidFill>
                <a:latin typeface="Aharoni" pitchFamily="2" charset="-79"/>
                <a:cs typeface="Aharoni" pitchFamily="2" charset="-79"/>
              </a:rPr>
            </a:br>
            <a:endParaRPr lang="en-US" dirty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48953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332656"/>
            <a:ext cx="8229600" cy="60486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rgbClr val="7030A0"/>
              </a:solidFill>
              <a:latin typeface="Aharoni" pitchFamily="2" charset="-79"/>
              <a:cs typeface="Aharoni" pitchFamily="2" charset="-79"/>
            </a:endParaRPr>
          </a:p>
          <a:p>
            <a:pPr marL="0" indent="0" algn="ctr">
              <a:buNone/>
            </a:pP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E’tiboringiz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uchun</a:t>
            </a:r>
            <a:r>
              <a:rPr lang="en-US" sz="8000" dirty="0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 </a:t>
            </a:r>
            <a:r>
              <a:rPr lang="en-US" sz="8000" dirty="0" err="1" smtClean="0">
                <a:solidFill>
                  <a:srgbClr val="7030A0"/>
                </a:solidFill>
                <a:latin typeface="Arial Black" pitchFamily="34" charset="0"/>
                <a:cs typeface="Aharoni" pitchFamily="2" charset="-79"/>
              </a:rPr>
              <a:t>rahmat</a:t>
            </a:r>
            <a:endParaRPr lang="en-US" sz="8000" dirty="0">
              <a:solidFill>
                <a:srgbClr val="7030A0"/>
              </a:solidFill>
              <a:latin typeface="Arial Black" pitchFamily="34" charset="0"/>
              <a:cs typeface="Aharoni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782446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50</TotalTime>
  <Words>4</Words>
  <Application>Microsoft Office PowerPoint</Application>
  <PresentationFormat>Экран (4:3)</PresentationFormat>
  <Paragraphs>3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Бумажная</vt:lpstr>
      <vt:lpstr>7-sinf Informatika va axborot texnologiyalari Mavzu: Elektron jadvalni loyihalash. Dizayn shakllantirish </vt:lpstr>
      <vt:lpstr>Слайд 2</vt:lpstr>
    </vt:vector>
  </TitlesOfParts>
  <Company>Home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7-sinf Informatika va axborot texnologiyalari Mavzu: Elektron jadvalni loyihalash. Dizayn shakllantirish</dc:title>
  <dc:creator>Пользователь</dc:creator>
  <cp:lastModifiedBy>Пользователь</cp:lastModifiedBy>
  <cp:revision>13</cp:revision>
  <dcterms:created xsi:type="dcterms:W3CDTF">2026-02-10T06:20:42Z</dcterms:created>
  <dcterms:modified xsi:type="dcterms:W3CDTF">2026-02-19T14:53:06Z</dcterms:modified>
</cp:coreProperties>
</file>