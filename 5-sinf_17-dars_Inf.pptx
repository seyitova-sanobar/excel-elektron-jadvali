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0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836712"/>
            <a:ext cx="8305800" cy="5328592"/>
          </a:xfrm>
        </p:spPr>
        <p:txBody>
          <a:bodyPr/>
          <a:lstStyle/>
          <a:p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Diagrammalar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bilan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ishlashni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boshlash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Axborotni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guruhlash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8000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57</TotalTime>
  <Words>4</Words>
  <Application>Microsoft Office PowerPoint</Application>
  <PresentationFormat>Экран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Бумажная</vt:lpstr>
      <vt:lpstr>5-sinf  Informatika va  axborot texnologiyalari  Mavzu: Diagrammalar bilan ishlashni boshlash. Axborotni guruhlash </vt:lpstr>
      <vt:lpstr>Слайд 2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13</cp:revision>
  <dcterms:created xsi:type="dcterms:W3CDTF">2026-02-09T12:18:45Z</dcterms:created>
  <dcterms:modified xsi:type="dcterms:W3CDTF">2026-02-19T14:48:05Z</dcterms:modified>
</cp:coreProperties>
</file>