
<file path=[Content_Types].xml><?xml version="1.0" encoding="utf-8"?>
<Types xmlns="http://schemas.openxmlformats.org/package/2006/content-types"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Default Extension="jpeg" ContentType="image/jpeg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70" r:id="rId3"/>
    <p:sldId id="268" r:id="rId4"/>
    <p:sldId id="271" r:id="rId5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xmlns="" val="0"/>
    </p:ext>
    <p:ext uri="{D31A062A-798A-4329-ABDD-BBA856620510}">
      <p14:defaultImageDpi xmlns:p14="http://schemas.microsoft.com/office/powerpoint/2010/main" xmlns="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8" d="100"/>
          <a:sy n="68" d="100"/>
        </p:scale>
        <p:origin x="-1446" y="-9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Подзаголовок 8"/>
          <p:cNvSpPr>
            <a:spLocks noGrp="1"/>
          </p:cNvSpPr>
          <p:nvPr>
            <p:ph type="subTitle" idx="1"/>
          </p:nvPr>
        </p:nvSpPr>
        <p:spPr>
          <a:xfrm>
            <a:off x="457200" y="3699804"/>
            <a:ext cx="8305800" cy="1143000"/>
          </a:xfrm>
        </p:spPr>
        <p:txBody>
          <a:bodyPr>
            <a:noAutofit/>
          </a:bodyPr>
          <a:lstStyle>
            <a:lvl1pPr marL="0" indent="0" algn="ctr">
              <a:buNone/>
              <a:defRPr sz="2200" spc="100" baseline="0"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ru-RU" smtClean="0"/>
              <a:t>Образец подзаголовка</a:t>
            </a:r>
            <a:endParaRPr kumimoji="0" lang="en-US"/>
          </a:p>
        </p:txBody>
      </p:sp>
      <p:sp>
        <p:nvSpPr>
          <p:cNvPr id="28" name="Заголовок 27"/>
          <p:cNvSpPr>
            <a:spLocks noGrp="1"/>
          </p:cNvSpPr>
          <p:nvPr>
            <p:ph type="ctrTitle"/>
          </p:nvPr>
        </p:nvSpPr>
        <p:spPr>
          <a:xfrm>
            <a:off x="457200" y="1433732"/>
            <a:ext cx="8305800" cy="1981200"/>
          </a:xfrm>
          <a:ln w="6350" cap="rnd">
            <a:noFill/>
          </a:ln>
        </p:spPr>
        <p:txBody>
          <a:bodyPr anchor="b" anchorCtr="0">
            <a:noAutofit/>
          </a:bodyPr>
          <a:lstStyle>
            <a:lvl1pPr algn="ctr">
              <a:defRPr lang="en-US" sz="4800" b="0" dirty="0">
                <a:ln w="3200">
                  <a:solidFill>
                    <a:schemeClr val="bg2">
                      <a:shade val="75000"/>
                      <a:alpha val="25000"/>
                    </a:schemeClr>
                  </a:solidFill>
                  <a:prstDash val="solid"/>
                  <a:round/>
                </a:ln>
                <a:solidFill>
                  <a:srgbClr val="F9F9F9"/>
                </a:solidFill>
                <a:effectLst>
                  <a:innerShdw blurRad="50800" dist="25400" dir="13500000">
                    <a:srgbClr val="000000">
                      <a:alpha val="70000"/>
                    </a:srgbClr>
                  </a:innerShdw>
                </a:effectLst>
              </a:defRPr>
            </a:lvl1pPr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cxnSp>
        <p:nvCxnSpPr>
          <p:cNvPr id="8" name="Прямая соединительная линия 7"/>
          <p:cNvCxnSpPr/>
          <p:nvPr/>
        </p:nvCxnSpPr>
        <p:spPr>
          <a:xfrm>
            <a:off x="1463626" y="3550126"/>
            <a:ext cx="2971800" cy="1588"/>
          </a:xfrm>
          <a:prstGeom prst="line">
            <a:avLst/>
          </a:prstGeom>
          <a:ln w="9525" cap="flat" cmpd="sng" algn="ctr">
            <a:solidFill>
              <a:schemeClr val="bg2">
                <a:tint val="20000"/>
              </a:schemeClr>
            </a:solidFill>
            <a:prstDash val="solid"/>
          </a:ln>
          <a:effectLst>
            <a:outerShdw blurRad="31750" dir="2700000" algn="tl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Прямая соединительная линия 12"/>
          <p:cNvCxnSpPr/>
          <p:nvPr/>
        </p:nvCxnSpPr>
        <p:spPr>
          <a:xfrm>
            <a:off x="4708574" y="3550126"/>
            <a:ext cx="2971800" cy="1588"/>
          </a:xfrm>
          <a:prstGeom prst="line">
            <a:avLst/>
          </a:prstGeom>
          <a:ln w="9525" cap="flat" cmpd="sng" algn="ctr">
            <a:solidFill>
              <a:schemeClr val="bg2">
                <a:tint val="20000"/>
              </a:schemeClr>
            </a:solidFill>
            <a:prstDash val="solid"/>
          </a:ln>
          <a:effectLst>
            <a:outerShdw blurRad="31750" dir="2700000" algn="tl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Овал 13"/>
          <p:cNvSpPr/>
          <p:nvPr/>
        </p:nvSpPr>
        <p:spPr>
          <a:xfrm>
            <a:off x="4540348" y="3526302"/>
            <a:ext cx="45720" cy="45720"/>
          </a:xfrm>
          <a:prstGeom prst="ellipse">
            <a:avLst/>
          </a:prstGeom>
          <a:effectLst>
            <a:outerShdw blurRad="31750" dir="2700000" algn="tl" rotWithShape="0">
              <a:srgbClr val="000000">
                <a:alpha val="55000"/>
              </a:srgbClr>
            </a:outerShdw>
          </a:effectLst>
        </p:spPr>
        <p:style>
          <a:lnRef idx="2">
            <a:schemeClr val="accent2"/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5" name="Дата 1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6936C8-F540-4865-A524-8006F3884EF1}" type="datetimeFigureOut">
              <a:rPr lang="en-US" smtClean="0"/>
              <a:pPr/>
              <a:t>2/19/2026</a:t>
            </a:fld>
            <a:endParaRPr lang="en-US"/>
          </a:p>
        </p:txBody>
      </p:sp>
      <p:sp>
        <p:nvSpPr>
          <p:cNvPr id="16" name="Номер слайда 1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5D89BDF-DF37-4C91-A456-D2D080ECE2B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7" name="Нижний колонтитул 16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Объект 8"/>
          <p:cNvSpPr>
            <a:spLocks noGrp="1"/>
          </p:cNvSpPr>
          <p:nvPr>
            <p:ph idx="1"/>
          </p:nvPr>
        </p:nvSpPr>
        <p:spPr>
          <a:xfrm>
            <a:off x="457200" y="1524000"/>
            <a:ext cx="8229600" cy="4572000"/>
          </a:xfrm>
        </p:spPr>
        <p:txBody>
          <a:bodyPr/>
          <a:lstStyle/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14" name="Дата 13"/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E76936C8-F540-4865-A524-8006F3884EF1}" type="datetimeFigureOut">
              <a:rPr lang="en-US" smtClean="0"/>
              <a:pPr/>
              <a:t>2/19/2026</a:t>
            </a:fld>
            <a:endParaRPr lang="en-US"/>
          </a:p>
        </p:txBody>
      </p:sp>
      <p:sp>
        <p:nvSpPr>
          <p:cNvPr id="15" name="Номер слайда 14"/>
          <p:cNvSpPr>
            <a:spLocks noGrp="1"/>
          </p:cNvSpPr>
          <p:nvPr>
            <p:ph type="sldNum" sz="quarter" idx="15"/>
          </p:nvPr>
        </p:nvSpPr>
        <p:spPr/>
        <p:txBody>
          <a:bodyPr/>
          <a:lstStyle>
            <a:lvl1pPr algn="ctr">
              <a:defRPr/>
            </a:lvl1pPr>
          </a:lstStyle>
          <a:p>
            <a:fld id="{35D89BDF-DF37-4C91-A456-D2D080ECE2B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6" name="Нижний колонтитул 15"/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7" name="Заголовок 16"/>
          <p:cNvSpPr>
            <a:spLocks noGrp="1"/>
          </p:cNvSpPr>
          <p:nvPr>
            <p:ph type="title"/>
          </p:nvPr>
        </p:nvSpPr>
        <p:spPr/>
        <p:txBody>
          <a:bodyPr rtlCol="0" anchor="b" anchorCtr="0"/>
          <a:lstStyle/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6936C8-F540-4865-A524-8006F3884EF1}" type="datetimeFigureOut">
              <a:rPr lang="en-US" smtClean="0"/>
              <a:pPr/>
              <a:t>2/19/2026</a:t>
            </a:fld>
            <a:endParaRPr lang="en-US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D89BDF-DF37-4C91-A456-D2D080ECE2B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85800" y="3505200"/>
            <a:ext cx="7924800" cy="1371600"/>
          </a:xfrm>
        </p:spPr>
        <p:txBody>
          <a:bodyPr>
            <a:noAutofit/>
          </a:bodyPr>
          <a:lstStyle>
            <a:lvl1pPr algn="l" rtl="0">
              <a:spcBef>
                <a:spcPct val="0"/>
              </a:spcBef>
              <a:buNone/>
              <a:defRPr lang="en-US" sz="4800" b="0" dirty="0">
                <a:ln w="3200">
                  <a:solidFill>
                    <a:schemeClr val="bg2">
                      <a:shade val="25000"/>
                      <a:alpha val="25000"/>
                    </a:schemeClr>
                  </a:solidFill>
                  <a:prstDash val="solid"/>
                  <a:round/>
                </a:ln>
                <a:solidFill>
                  <a:srgbClr val="F9F9F9"/>
                </a:solidFill>
                <a:effectLst>
                  <a:innerShdw blurRad="38100" dist="25400" dir="13500000">
                    <a:prstClr val="black">
                      <a:alpha val="70000"/>
                    </a:prstClr>
                  </a:innerShdw>
                </a:effectLst>
              </a:defRPr>
            </a:lvl1pPr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685800" y="4958864"/>
            <a:ext cx="7924800" cy="984736"/>
          </a:xfrm>
        </p:spPr>
        <p:txBody>
          <a:bodyPr anchor="t"/>
          <a:lstStyle>
            <a:lvl1pPr marL="0" indent="0">
              <a:buNone/>
              <a:defRPr sz="2000" spc="100" baseline="0">
                <a:solidFill>
                  <a:schemeClr val="tx2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ru-RU" smtClean="0"/>
              <a:t>Образец текста</a:t>
            </a:r>
          </a:p>
        </p:txBody>
      </p:sp>
      <p:cxnSp>
        <p:nvCxnSpPr>
          <p:cNvPr id="7" name="Прямая соединительная линия 6"/>
          <p:cNvCxnSpPr/>
          <p:nvPr/>
        </p:nvCxnSpPr>
        <p:spPr>
          <a:xfrm>
            <a:off x="685800" y="4916992"/>
            <a:ext cx="7924800" cy="4301"/>
          </a:xfrm>
          <a:prstGeom prst="line">
            <a:avLst/>
          </a:prstGeom>
          <a:noFill/>
          <a:ln w="9525" cap="flat" cmpd="sng" algn="ctr">
            <a:solidFill>
              <a:srgbClr val="E9E9E8"/>
            </a:solidFill>
            <a:prstDash val="solid"/>
          </a:ln>
          <a:effectLst>
            <a:outerShdw blurRad="31750" dir="2700000" algn="tl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6936C8-F540-4865-A524-8006F3884EF1}" type="datetimeFigureOut">
              <a:rPr lang="en-US" smtClean="0"/>
              <a:pPr/>
              <a:t>2/19/2026</a:t>
            </a:fld>
            <a:endParaRPr lang="en-US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D89BDF-DF37-4C91-A456-D2D080ECE2B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11" name="Объект 10"/>
          <p:cNvSpPr>
            <a:spLocks noGrp="1"/>
          </p:cNvSpPr>
          <p:nvPr>
            <p:ph sz="half" idx="1"/>
          </p:nvPr>
        </p:nvSpPr>
        <p:spPr>
          <a:xfrm>
            <a:off x="457200" y="1524000"/>
            <a:ext cx="4059936" cy="4572000"/>
          </a:xfrm>
        </p:spPr>
        <p:txBody>
          <a:bodyPr/>
          <a:lstStyle/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13" name="Объект 12"/>
          <p:cNvSpPr>
            <a:spLocks noGrp="1"/>
          </p:cNvSpPr>
          <p:nvPr>
            <p:ph sz="half" idx="2"/>
          </p:nvPr>
        </p:nvSpPr>
        <p:spPr>
          <a:xfrm>
            <a:off x="4648200" y="1524000"/>
            <a:ext cx="4059936" cy="4572000"/>
          </a:xfrm>
        </p:spPr>
        <p:txBody>
          <a:bodyPr/>
          <a:lstStyle/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D89BDF-DF37-4C91-A456-D2D080ECE2B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6936C8-F540-4865-A524-8006F3884EF1}" type="datetimeFigureOut">
              <a:rPr lang="en-US" smtClean="0"/>
              <a:pPr/>
              <a:t>2/19/2026</a:t>
            </a:fld>
            <a:endParaRPr lang="en-US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399593"/>
            <a:ext cx="4040188" cy="762000"/>
          </a:xfrm>
          <a:noFill/>
          <a:ln w="25400" cap="rnd" cmpd="sng" algn="ctr">
            <a:noFill/>
            <a:prstDash val="solid"/>
          </a:ln>
          <a:effectLst>
            <a:softEdge rad="63500"/>
          </a:effectLst>
          <a:sp3d prstMaterial="flat"/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lIns="91440" tIns="45720" rIns="91440" bIns="45720" anchor="b">
            <a:noAutofit/>
          </a:bodyPr>
          <a:lstStyle>
            <a:lvl1pPr marL="0" indent="0" algn="l">
              <a:spcBef>
                <a:spcPts val="0"/>
              </a:spcBef>
              <a:buNone/>
              <a:defRPr sz="2600" b="1">
                <a:solidFill>
                  <a:schemeClr val="tx2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ru-RU" smtClean="0"/>
              <a:t>Образец текста</a:t>
            </a:r>
          </a:p>
        </p:txBody>
      </p:sp>
      <p:sp>
        <p:nvSpPr>
          <p:cNvPr id="32" name="Объект 31"/>
          <p:cNvSpPr>
            <a:spLocks noGrp="1"/>
          </p:cNvSpPr>
          <p:nvPr>
            <p:ph sz="half" idx="2"/>
          </p:nvPr>
        </p:nvSpPr>
        <p:spPr>
          <a:xfrm>
            <a:off x="457200" y="2201896"/>
            <a:ext cx="4038600" cy="3913632"/>
          </a:xfrm>
        </p:spPr>
        <p:txBody>
          <a:bodyPr/>
          <a:lstStyle/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34" name="Объект 33"/>
          <p:cNvSpPr>
            <a:spLocks noGrp="1"/>
          </p:cNvSpPr>
          <p:nvPr>
            <p:ph sz="quarter" idx="4"/>
          </p:nvPr>
        </p:nvSpPr>
        <p:spPr>
          <a:xfrm>
            <a:off x="4649788" y="2201896"/>
            <a:ext cx="4038600" cy="3913632"/>
          </a:xfrm>
        </p:spPr>
        <p:txBody>
          <a:bodyPr/>
          <a:lstStyle/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155448"/>
            <a:ext cx="8229600" cy="1143000"/>
          </a:xfrm>
        </p:spPr>
        <p:txBody>
          <a:bodyPr anchor="b" anchorCtr="0"/>
          <a:lstStyle>
            <a:lvl1pPr>
              <a:defRPr/>
            </a:lvl1pPr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12" name="Текст 11"/>
          <p:cNvSpPr>
            <a:spLocks noGrp="1"/>
          </p:cNvSpPr>
          <p:nvPr>
            <p:ph type="body" idx="3"/>
          </p:nvPr>
        </p:nvSpPr>
        <p:spPr>
          <a:xfrm>
            <a:off x="4648200" y="1399593"/>
            <a:ext cx="4040188" cy="762000"/>
          </a:xfrm>
          <a:noFill/>
          <a:ln w="25400" cap="rnd" cmpd="sng" algn="ctr">
            <a:noFill/>
            <a:prstDash val="solid"/>
          </a:ln>
          <a:effectLst>
            <a:softEdge rad="63500"/>
          </a:effectLst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lIns="91440" tIns="45720" rIns="91440" bIns="45720" anchor="b">
            <a:noAutofit/>
          </a:bodyPr>
          <a:lstStyle>
            <a:lvl1pPr marL="0" indent="0" algn="l">
              <a:spcBef>
                <a:spcPts val="0"/>
              </a:spcBef>
              <a:buNone/>
              <a:defRPr sz="2600" b="1" baseline="0">
                <a:solidFill>
                  <a:schemeClr val="tx2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ru-RU" smtClean="0"/>
              <a:t>Образец текста</a:t>
            </a:r>
          </a:p>
        </p:txBody>
      </p:sp>
      <p:cxnSp>
        <p:nvCxnSpPr>
          <p:cNvPr id="10" name="Прямая соединительная линия 9"/>
          <p:cNvCxnSpPr/>
          <p:nvPr/>
        </p:nvCxnSpPr>
        <p:spPr>
          <a:xfrm>
            <a:off x="562945" y="2180219"/>
            <a:ext cx="3749040" cy="1588"/>
          </a:xfrm>
          <a:prstGeom prst="line">
            <a:avLst/>
          </a:prstGeom>
          <a:noFill/>
          <a:ln w="12700" cap="flat" cmpd="sng" algn="ctr">
            <a:solidFill>
              <a:schemeClr val="bg2">
                <a:tint val="20000"/>
              </a:schemeClr>
            </a:solidFill>
            <a:prstDash val="solid"/>
          </a:ln>
          <a:effectLst>
            <a:outerShdw blurRad="34925" dir="2700000" algn="tl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Прямая соединительная линия 16"/>
          <p:cNvCxnSpPr/>
          <p:nvPr/>
        </p:nvCxnSpPr>
        <p:spPr>
          <a:xfrm>
            <a:off x="4754880" y="2180219"/>
            <a:ext cx="3749040" cy="1588"/>
          </a:xfrm>
          <a:prstGeom prst="line">
            <a:avLst/>
          </a:prstGeom>
          <a:noFill/>
          <a:ln w="12700" cap="flat" cmpd="sng" algn="ctr">
            <a:solidFill>
              <a:schemeClr val="bg2">
                <a:tint val="20000"/>
              </a:schemeClr>
            </a:solidFill>
            <a:prstDash val="solid"/>
          </a:ln>
          <a:effectLst>
            <a:outerShdw blurRad="34925" dir="2700000" algn="tl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6936C8-F540-4865-A524-8006F3884EF1}" type="datetimeFigureOut">
              <a:rPr lang="en-US" smtClean="0"/>
              <a:pPr/>
              <a:t>2/19/2026</a:t>
            </a:fld>
            <a:endParaRPr lang="en-US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D89BDF-DF37-4C91-A456-D2D080ECE2B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6936C8-F540-4865-A524-8006F3884EF1}" type="datetimeFigureOut">
              <a:rPr lang="en-US" smtClean="0"/>
              <a:pPr/>
              <a:t>2/19/2026</a:t>
            </a:fld>
            <a:endParaRPr lang="en-US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D89BDF-DF37-4C91-A456-D2D080ECE2B3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Объект 28"/>
          <p:cNvSpPr>
            <a:spLocks noGrp="1"/>
          </p:cNvSpPr>
          <p:nvPr>
            <p:ph sz="quarter" idx="1"/>
          </p:nvPr>
        </p:nvSpPr>
        <p:spPr>
          <a:xfrm>
            <a:off x="457200" y="457200"/>
            <a:ext cx="6248400" cy="5715000"/>
          </a:xfrm>
        </p:spPr>
        <p:txBody>
          <a:bodyPr/>
          <a:lstStyle/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3" name="Текст 2"/>
          <p:cNvSpPr>
            <a:spLocks noGrp="1"/>
          </p:cNvSpPr>
          <p:nvPr>
            <p:ph type="body" idx="2"/>
          </p:nvPr>
        </p:nvSpPr>
        <p:spPr>
          <a:xfrm>
            <a:off x="6781800" y="1600200"/>
            <a:ext cx="1984248" cy="3733800"/>
          </a:xfrm>
        </p:spPr>
        <p:txBody>
          <a:bodyPr tIns="45720" bIns="45720" anchor="t" anchorCtr="0"/>
          <a:lstStyle>
            <a:lvl1pPr marL="0" indent="0">
              <a:lnSpc>
                <a:spcPct val="125000"/>
              </a:lnSpc>
              <a:spcAft>
                <a:spcPts val="1000"/>
              </a:spcAft>
              <a:buNone/>
              <a:defRPr sz="1600">
                <a:solidFill>
                  <a:schemeClr val="tx2"/>
                </a:solidFill>
              </a:defRPr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ru-RU" smtClean="0"/>
              <a:t>Образец текста</a:t>
            </a:r>
          </a:p>
        </p:txBody>
      </p:sp>
      <p:sp>
        <p:nvSpPr>
          <p:cNvPr id="31" name="Заголовок 30"/>
          <p:cNvSpPr>
            <a:spLocks noGrp="1"/>
          </p:cNvSpPr>
          <p:nvPr>
            <p:ph type="title"/>
          </p:nvPr>
        </p:nvSpPr>
        <p:spPr>
          <a:xfrm>
            <a:off x="6781800" y="457200"/>
            <a:ext cx="1981200" cy="1066800"/>
          </a:xfrm>
        </p:spPr>
        <p:txBody>
          <a:bodyPr lIns="91440" tIns="91440" anchor="b" anchorCtr="0"/>
          <a:lstStyle>
            <a:lvl1pPr algn="l">
              <a:buNone/>
              <a:defRPr sz="1800" b="1" spc="-50" baseline="0">
                <a:ln w="3175">
                  <a:noFill/>
                </a:ln>
                <a:solidFill>
                  <a:schemeClr val="tx2"/>
                </a:solidFill>
                <a:effectLst/>
                <a:latin typeface="+mn-lt"/>
                <a:ea typeface="+mn-ea"/>
                <a:cs typeface="+mn-cs"/>
              </a:defRPr>
            </a:lvl1pPr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8" name="Дата 7"/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E76936C8-F540-4865-A524-8006F3884EF1}" type="datetimeFigureOut">
              <a:rPr lang="en-US" smtClean="0"/>
              <a:pPr/>
              <a:t>2/19/2026</a:t>
            </a:fld>
            <a:endParaRPr lang="en-US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35D89BDF-DF37-4C91-A456-D2D080ECE2B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0" name="Нижний колонтитул 9"/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629400" y="457200"/>
            <a:ext cx="2057400" cy="1066800"/>
          </a:xfrm>
        </p:spPr>
        <p:txBody>
          <a:bodyPr lIns="91440" tIns="91440" anchor="b" anchorCtr="0"/>
          <a:lstStyle>
            <a:lvl1pPr algn="l">
              <a:buNone/>
              <a:defRPr sz="1800" b="1" spc="-50" baseline="0">
                <a:ln w="3175">
                  <a:noFill/>
                </a:ln>
                <a:solidFill>
                  <a:schemeClr val="tx2"/>
                </a:solidFill>
                <a:effectLst/>
                <a:latin typeface="+mn-lt"/>
                <a:ea typeface="+mn-ea"/>
                <a:cs typeface="+mn-cs"/>
              </a:defRPr>
            </a:lvl1pPr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457200" y="457200"/>
            <a:ext cx="6019800" cy="5562600"/>
          </a:xfrm>
          <a:solidFill>
            <a:schemeClr val="tx2">
              <a:tint val="40000"/>
            </a:schemeClr>
          </a:solidFill>
          <a:effectLst>
            <a:outerShdw blurRad="88900" sx="103000" sy="103000" algn="ctr" rotWithShape="0">
              <a:prstClr val="black">
                <a:alpha val="32000"/>
              </a:prstClr>
            </a:outerShdw>
            <a:softEdge rad="127000"/>
          </a:effectLst>
        </p:spPr>
        <p:txBody>
          <a:bodyPr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</a:lstStyle>
          <a:p>
            <a:r>
              <a:rPr kumimoji="0" lang="ru-RU" smtClean="0"/>
              <a:t>Вставка рисунка</a:t>
            </a:r>
            <a:endParaRPr kumimoji="0" lang="en-US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6629400" y="1600200"/>
            <a:ext cx="2057400" cy="4419600"/>
          </a:xfrm>
        </p:spPr>
        <p:txBody>
          <a:bodyPr anchor="t" anchorCtr="0"/>
          <a:lstStyle>
            <a:lvl1pPr marL="0" indent="0">
              <a:lnSpc>
                <a:spcPct val="125000"/>
              </a:lnSpc>
              <a:spcAft>
                <a:spcPts val="1000"/>
              </a:spcAft>
              <a:buFontTx/>
              <a:buNone/>
              <a:defRPr sz="1600" b="0">
                <a:solidFill>
                  <a:schemeClr val="tx2"/>
                </a:solidFill>
              </a:defRPr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ru-RU" smtClean="0"/>
              <a:t>Образец текста</a:t>
            </a:r>
          </a:p>
        </p:txBody>
      </p:sp>
      <p:sp>
        <p:nvSpPr>
          <p:cNvPr id="8" name="Дата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6936C8-F540-4865-A524-8006F3884EF1}" type="datetimeFigureOut">
              <a:rPr lang="en-US" smtClean="0"/>
              <a:pPr/>
              <a:t>2/19/2026</a:t>
            </a:fld>
            <a:endParaRPr lang="en-US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5D89BDF-DF37-4C91-A456-D2D080ECE2B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0" name="Нижний колонтитул 9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6936C8-F540-4865-A524-8006F3884EF1}" type="datetimeFigureOut">
              <a:rPr lang="en-US" smtClean="0"/>
              <a:pPr/>
              <a:t>2/19/2026</a:t>
            </a:fld>
            <a:endParaRPr lang="en-US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D89BDF-DF37-4C91-A456-D2D080ECE2B3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6936C8-F540-4865-A524-8006F3884EF1}" type="datetimeFigureOut">
              <a:rPr lang="en-US" smtClean="0"/>
              <a:pPr/>
              <a:t>2/19/2026</a:t>
            </a:fld>
            <a:endParaRPr lang="en-US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D89BDF-DF37-4C91-A456-D2D080ECE2B3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3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 cstate="print"/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Текст 8"/>
          <p:cNvSpPr>
            <a:spLocks noGrp="1"/>
          </p:cNvSpPr>
          <p:nvPr>
            <p:ph type="body" idx="1"/>
          </p:nvPr>
        </p:nvSpPr>
        <p:spPr>
          <a:xfrm>
            <a:off x="457200" y="1447800"/>
            <a:ext cx="8229600" cy="4678363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ru-RU" smtClean="0"/>
              <a:t>Образец текста</a:t>
            </a:r>
          </a:p>
          <a:p>
            <a:pPr lvl="1" eaLnBrk="1" latinLnBrk="0" hangingPunct="1"/>
            <a:r>
              <a:rPr kumimoji="0" lang="ru-RU" smtClean="0"/>
              <a:t>Второй уровень</a:t>
            </a:r>
          </a:p>
          <a:p>
            <a:pPr lvl="2" eaLnBrk="1" latinLnBrk="0" hangingPunct="1"/>
            <a:r>
              <a:rPr kumimoji="0" lang="ru-RU" smtClean="0"/>
              <a:t>Третий уровень</a:t>
            </a:r>
          </a:p>
          <a:p>
            <a:pPr lvl="3" eaLnBrk="1" latinLnBrk="0" hangingPunct="1"/>
            <a:r>
              <a:rPr kumimoji="0" lang="ru-RU" smtClean="0"/>
              <a:t>Четвертый уровень</a:t>
            </a:r>
          </a:p>
          <a:p>
            <a:pPr lvl="4" eaLnBrk="1" latinLnBrk="0" hangingPunct="1"/>
            <a:r>
              <a:rPr kumimoji="0" lang="ru-RU" smtClean="0"/>
              <a:t>Пятый уровень</a:t>
            </a:r>
            <a:endParaRPr kumimoji="0" lang="en-US"/>
          </a:p>
        </p:txBody>
      </p:sp>
      <p:sp>
        <p:nvSpPr>
          <p:cNvPr id="24" name="Дата 23"/>
          <p:cNvSpPr>
            <a:spLocks noGrp="1"/>
          </p:cNvSpPr>
          <p:nvPr>
            <p:ph type="dt" sz="half" idx="2"/>
          </p:nvPr>
        </p:nvSpPr>
        <p:spPr>
          <a:xfrm>
            <a:off x="5791200" y="6203667"/>
            <a:ext cx="2590800" cy="384048"/>
          </a:xfrm>
          <a:prstGeom prst="rect">
            <a:avLst/>
          </a:prstGeom>
        </p:spPr>
        <p:txBody>
          <a:bodyPr vert="horz" anchor="ctr" anchorCtr="0"/>
          <a:lstStyle>
            <a:lvl1pPr algn="l" eaLnBrk="1" latinLnBrk="0" hangingPunct="1">
              <a:defRPr kumimoji="0" sz="1200">
                <a:solidFill>
                  <a:schemeClr val="tx2"/>
                </a:solidFill>
              </a:defRPr>
            </a:lvl1pPr>
          </a:lstStyle>
          <a:p>
            <a:fld id="{E76936C8-F540-4865-A524-8006F3884EF1}" type="datetimeFigureOut">
              <a:rPr lang="en-US" smtClean="0"/>
              <a:pPr/>
              <a:t>2/19/2026</a:t>
            </a:fld>
            <a:endParaRPr lang="en-US"/>
          </a:p>
        </p:txBody>
      </p:sp>
      <p:sp>
        <p:nvSpPr>
          <p:cNvPr id="10" name="Нижний колонтитул 9"/>
          <p:cNvSpPr>
            <a:spLocks noGrp="1"/>
          </p:cNvSpPr>
          <p:nvPr>
            <p:ph type="ftr" sz="quarter" idx="3"/>
          </p:nvPr>
        </p:nvSpPr>
        <p:spPr>
          <a:xfrm>
            <a:off x="2133600" y="6203667"/>
            <a:ext cx="3581400" cy="384048"/>
          </a:xfrm>
          <a:prstGeom prst="rect">
            <a:avLst/>
          </a:prstGeom>
        </p:spPr>
        <p:txBody>
          <a:bodyPr vert="horz" anchor="ctr" anchorCtr="0"/>
          <a:lstStyle>
            <a:lvl1pPr algn="r" eaLnBrk="1" latinLnBrk="0" hangingPunct="1">
              <a:defRPr kumimoji="0" sz="1200"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22" name="Номер слайда 21"/>
          <p:cNvSpPr>
            <a:spLocks noGrp="1"/>
          </p:cNvSpPr>
          <p:nvPr>
            <p:ph type="sldNum" sz="quarter" idx="4"/>
          </p:nvPr>
        </p:nvSpPr>
        <p:spPr>
          <a:xfrm>
            <a:off x="8410575" y="6181531"/>
            <a:ext cx="609600" cy="457200"/>
          </a:xfrm>
          <a:prstGeom prst="rect">
            <a:avLst/>
          </a:prstGeom>
          <a:noFill/>
        </p:spPr>
        <p:txBody>
          <a:bodyPr vert="horz" lIns="0" tIns="0" rIns="0" bIns="0" anchor="ctr" anchorCtr="0">
            <a:noAutofit/>
          </a:bodyPr>
          <a:lstStyle>
            <a:lvl1pPr algn="ctr" eaLnBrk="1" latinLnBrk="0" hangingPunct="1">
              <a:defRPr kumimoji="0" sz="1600" baseline="0">
                <a:solidFill>
                  <a:schemeClr val="tx2"/>
                </a:solidFill>
              </a:defRPr>
            </a:lvl1pPr>
          </a:lstStyle>
          <a:p>
            <a:fld id="{35D89BDF-DF37-4C91-A456-D2D080ECE2B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Заголовок 4"/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1219200"/>
          </a:xfrm>
          <a:prstGeom prst="rect">
            <a:avLst/>
          </a:prstGeom>
          <a:ln w="6350" cap="rnd">
            <a:noFill/>
          </a:ln>
        </p:spPr>
        <p:txBody>
          <a:bodyPr vert="horz" anchor="b" anchorCtr="0">
            <a:normAutofit/>
          </a:bodyPr>
          <a:lstStyle/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rtl="0" eaLnBrk="1" latinLnBrk="0" hangingPunct="1">
        <a:spcBef>
          <a:spcPct val="0"/>
        </a:spcBef>
        <a:buNone/>
        <a:defRPr kumimoji="0" lang="en-US" sz="4200" b="0" kern="1200" spc="-100" baseline="0" dirty="0">
          <a:ln w="3200">
            <a:solidFill>
              <a:schemeClr val="bg2">
                <a:shade val="75000"/>
                <a:alpha val="25000"/>
              </a:schemeClr>
            </a:solidFill>
            <a:prstDash val="solid"/>
            <a:round/>
          </a:ln>
          <a:solidFill>
            <a:srgbClr val="F9F9F9"/>
          </a:solidFill>
          <a:effectLst>
            <a:innerShdw blurRad="50800" dist="25400" dir="13500000">
              <a:prstClr val="black">
                <a:alpha val="70000"/>
              </a:prstClr>
            </a:innerShdw>
          </a:effectLst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ts val="600"/>
        </a:spcBef>
        <a:buClr>
          <a:schemeClr val="accent2"/>
        </a:buClr>
        <a:buSzPct val="85000"/>
        <a:buFont typeface="Wingdings 2"/>
        <a:buChar char="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74320" algn="l" rtl="0" eaLnBrk="1" latinLnBrk="0" hangingPunct="1">
        <a:spcBef>
          <a:spcPts val="300"/>
        </a:spcBef>
        <a:buClr>
          <a:schemeClr val="accent2">
            <a:shade val="75000"/>
          </a:schemeClr>
        </a:buClr>
        <a:buSzPct val="85000"/>
        <a:buFont typeface="Wingdings 2"/>
        <a:buChar char=""/>
        <a:defRPr kumimoji="0" sz="2400" kern="1200">
          <a:solidFill>
            <a:schemeClr val="tx2"/>
          </a:solidFill>
          <a:latin typeface="+mn-lt"/>
          <a:ea typeface="+mn-ea"/>
          <a:cs typeface="+mn-cs"/>
        </a:defRPr>
      </a:lvl2pPr>
      <a:lvl3pPr marL="1005840" indent="-228600" algn="l" rtl="0" eaLnBrk="1" latinLnBrk="0" hangingPunct="1">
        <a:spcBef>
          <a:spcPts val="300"/>
        </a:spcBef>
        <a:buClr>
          <a:schemeClr val="accent2">
            <a:shade val="50000"/>
          </a:schemeClr>
        </a:buClr>
        <a:buSzPct val="85000"/>
        <a:buFont typeface="Wingdings 2"/>
        <a:buChar char=""/>
        <a:defRPr kumimoji="0"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280160" indent="-228600" algn="l" rtl="0" eaLnBrk="1" latinLnBrk="0" hangingPunct="1">
        <a:spcBef>
          <a:spcPts val="300"/>
        </a:spcBef>
        <a:buClr>
          <a:schemeClr val="accent2">
            <a:shade val="75000"/>
          </a:schemeClr>
        </a:buClr>
        <a:buSzPct val="85000"/>
        <a:buFont typeface="Wingdings 2" pitchFamily="18" charset="2"/>
        <a:buChar char=""/>
        <a:defRPr kumimoji="0" sz="1900" kern="1200">
          <a:solidFill>
            <a:schemeClr val="tx1"/>
          </a:solidFill>
          <a:latin typeface="+mn-lt"/>
          <a:ea typeface="+mn-ea"/>
          <a:cs typeface="+mn-cs"/>
        </a:defRPr>
      </a:lvl4pPr>
      <a:lvl5pPr marL="1554480" indent="-228600" algn="l" rtl="0" eaLnBrk="1" latinLnBrk="0" hangingPunct="1">
        <a:spcBef>
          <a:spcPts val="340"/>
        </a:spcBef>
        <a:buClr>
          <a:schemeClr val="accent2">
            <a:shade val="75000"/>
          </a:schemeClr>
        </a:buClr>
        <a:buSzPct val="85000"/>
        <a:buFont typeface="Wingdings 2" pitchFamily="18" charset="2"/>
        <a:buChar char="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828800" indent="-228600" algn="l" rtl="0" eaLnBrk="1" latinLnBrk="0" hangingPunct="1">
        <a:spcBef>
          <a:spcPts val="340"/>
        </a:spcBef>
        <a:buClr>
          <a:schemeClr val="accent2">
            <a:shade val="75000"/>
          </a:schemeClr>
        </a:buClr>
        <a:buSzPct val="85000"/>
        <a:buFont typeface="Wingdings 2" pitchFamily="18" charset="2"/>
        <a:buChar char="?"/>
        <a:defRPr kumimoji="0" sz="1700" kern="1200">
          <a:solidFill>
            <a:schemeClr val="tx1"/>
          </a:solidFill>
          <a:latin typeface="+mn-lt"/>
          <a:ea typeface="+mn-ea"/>
          <a:cs typeface="+mn-cs"/>
        </a:defRPr>
      </a:lvl6pPr>
      <a:lvl7pPr marL="2011680" indent="-182880" algn="l" rtl="0" eaLnBrk="1" latinLnBrk="0" hangingPunct="1">
        <a:spcBef>
          <a:spcPts val="340"/>
        </a:spcBef>
        <a:buClr>
          <a:schemeClr val="accent2">
            <a:shade val="75000"/>
          </a:schemeClr>
        </a:buClr>
        <a:buSzPct val="85000"/>
        <a:buFont typeface="Wingdings 2" pitchFamily="18" charset="2"/>
        <a:buChar char="?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286000" indent="-182880" algn="l" rtl="0" eaLnBrk="1" latinLnBrk="0" hangingPunct="1">
        <a:spcBef>
          <a:spcPts val="340"/>
        </a:spcBef>
        <a:buClr>
          <a:schemeClr val="accent2">
            <a:shade val="75000"/>
          </a:schemeClr>
        </a:buClr>
        <a:buSzPct val="85000"/>
        <a:buFont typeface="Wingdings 2" pitchFamily="18" charset="2"/>
        <a:buChar char="?"/>
        <a:defRPr kumimoji="0"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2560320" indent="-182880" algn="l" rtl="0" eaLnBrk="1" latinLnBrk="0" hangingPunct="1">
        <a:spcBef>
          <a:spcPts val="340"/>
        </a:spcBef>
        <a:buClr>
          <a:schemeClr val="accent2">
            <a:shade val="75000"/>
          </a:schemeClr>
        </a:buClr>
        <a:buSzPct val="85000"/>
        <a:buFont typeface="Wingdings 2" pitchFamily="18" charset="2"/>
        <a:buChar char="?"/>
        <a:defRPr kumimoji="0"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685800" y="548680"/>
            <a:ext cx="7772400" cy="5760639"/>
          </a:xfrm>
        </p:spPr>
        <p:txBody>
          <a:bodyPr>
            <a:normAutofit/>
          </a:bodyPr>
          <a:lstStyle/>
          <a:p>
            <a:r>
              <a:rPr lang="en-US" sz="6600" dirty="0" smtClean="0">
                <a:solidFill>
                  <a:srgbClr val="7030A0"/>
                </a:solidFill>
                <a:latin typeface="Arial Black" pitchFamily="34" charset="0"/>
                <a:cs typeface="Aharoni" pitchFamily="2" charset="-79"/>
              </a:rPr>
              <a:t>7-sinf</a:t>
            </a:r>
            <a:r>
              <a:rPr lang="en-US" dirty="0" smtClean="0">
                <a:solidFill>
                  <a:srgbClr val="7030A0"/>
                </a:solidFill>
                <a:latin typeface="Arial Black" pitchFamily="34" charset="0"/>
                <a:cs typeface="Aharoni" pitchFamily="2" charset="-79"/>
              </a:rPr>
              <a:t/>
            </a:r>
            <a:br>
              <a:rPr lang="en-US" dirty="0" smtClean="0">
                <a:solidFill>
                  <a:srgbClr val="7030A0"/>
                </a:solidFill>
                <a:latin typeface="Arial Black" pitchFamily="34" charset="0"/>
                <a:cs typeface="Aharoni" pitchFamily="2" charset="-79"/>
              </a:rPr>
            </a:br>
            <a:r>
              <a:rPr lang="en-US" dirty="0" err="1" smtClean="0">
                <a:solidFill>
                  <a:srgbClr val="0070C0"/>
                </a:solidFill>
                <a:latin typeface="Arial Black" pitchFamily="34" charset="0"/>
                <a:cs typeface="Aharoni" pitchFamily="2" charset="-79"/>
              </a:rPr>
              <a:t>Informatika</a:t>
            </a:r>
            <a:r>
              <a:rPr lang="en-US" dirty="0" smtClean="0">
                <a:solidFill>
                  <a:srgbClr val="0070C0"/>
                </a:solidFill>
                <a:latin typeface="Arial Black" pitchFamily="34" charset="0"/>
                <a:cs typeface="Aharoni" pitchFamily="2" charset="-79"/>
              </a:rPr>
              <a:t> </a:t>
            </a:r>
            <a:r>
              <a:rPr lang="en-US" dirty="0" err="1" smtClean="0">
                <a:solidFill>
                  <a:srgbClr val="0070C0"/>
                </a:solidFill>
                <a:latin typeface="Arial Black" pitchFamily="34" charset="0"/>
                <a:cs typeface="Aharoni" pitchFamily="2" charset="-79"/>
              </a:rPr>
              <a:t>va</a:t>
            </a:r>
            <a:r>
              <a:rPr lang="en-US" dirty="0" smtClean="0">
                <a:solidFill>
                  <a:srgbClr val="0070C0"/>
                </a:solidFill>
                <a:latin typeface="Arial Black" pitchFamily="34" charset="0"/>
                <a:cs typeface="Aharoni" pitchFamily="2" charset="-79"/>
              </a:rPr>
              <a:t> </a:t>
            </a:r>
            <a:r>
              <a:rPr lang="en-US" dirty="0" err="1" smtClean="0">
                <a:solidFill>
                  <a:srgbClr val="0070C0"/>
                </a:solidFill>
                <a:latin typeface="Arial Black" pitchFamily="34" charset="0"/>
                <a:cs typeface="Aharoni" pitchFamily="2" charset="-79"/>
              </a:rPr>
              <a:t>axborot</a:t>
            </a:r>
            <a:r>
              <a:rPr lang="en-US" dirty="0" smtClean="0">
                <a:solidFill>
                  <a:srgbClr val="0070C0"/>
                </a:solidFill>
                <a:latin typeface="Arial Black" pitchFamily="34" charset="0"/>
                <a:cs typeface="Aharoni" pitchFamily="2" charset="-79"/>
              </a:rPr>
              <a:t> </a:t>
            </a:r>
            <a:r>
              <a:rPr lang="en-US" dirty="0" err="1" smtClean="0">
                <a:solidFill>
                  <a:srgbClr val="0070C0"/>
                </a:solidFill>
                <a:latin typeface="Arial Black" pitchFamily="34" charset="0"/>
                <a:cs typeface="Aharoni" pitchFamily="2" charset="-79"/>
              </a:rPr>
              <a:t>texnologiyalari</a:t>
            </a:r>
            <a:r>
              <a:rPr lang="en-US" dirty="0" smtClean="0">
                <a:solidFill>
                  <a:srgbClr val="0070C0"/>
                </a:solidFill>
                <a:latin typeface="Arial Black" pitchFamily="34" charset="0"/>
                <a:cs typeface="Aharoni" pitchFamily="2" charset="-79"/>
              </a:rPr>
              <a:t/>
            </a:r>
            <a:br>
              <a:rPr lang="en-US" dirty="0" smtClean="0">
                <a:solidFill>
                  <a:srgbClr val="0070C0"/>
                </a:solidFill>
                <a:latin typeface="Arial Black" pitchFamily="34" charset="0"/>
                <a:cs typeface="Aharoni" pitchFamily="2" charset="-79"/>
              </a:rPr>
            </a:br>
            <a:r>
              <a:rPr lang="en-US" dirty="0" err="1" smtClean="0">
                <a:solidFill>
                  <a:srgbClr val="7030A0"/>
                </a:solidFill>
                <a:latin typeface="Arial Black" pitchFamily="34" charset="0"/>
                <a:cs typeface="Aharoni" pitchFamily="2" charset="-79"/>
              </a:rPr>
              <a:t>Mavzu</a:t>
            </a:r>
            <a:r>
              <a:rPr lang="en-US" dirty="0" smtClean="0">
                <a:solidFill>
                  <a:srgbClr val="7030A0"/>
                </a:solidFill>
                <a:latin typeface="Arial Black" pitchFamily="34" charset="0"/>
                <a:cs typeface="Aharoni" pitchFamily="2" charset="-79"/>
              </a:rPr>
              <a:t>: </a:t>
            </a:r>
            <a:r>
              <a:rPr lang="en-US" dirty="0" err="1" smtClean="0">
                <a:solidFill>
                  <a:srgbClr val="7030A0"/>
                </a:solidFill>
                <a:latin typeface="Arial Black" pitchFamily="34" charset="0"/>
                <a:cs typeface="Aharoni" pitchFamily="2" charset="-79"/>
              </a:rPr>
              <a:t>Elektron</a:t>
            </a:r>
            <a:r>
              <a:rPr lang="en-US" dirty="0" smtClean="0">
                <a:solidFill>
                  <a:srgbClr val="7030A0"/>
                </a:solidFill>
                <a:latin typeface="Arial Black" pitchFamily="34" charset="0"/>
                <a:cs typeface="Aharoni" pitchFamily="2" charset="-79"/>
              </a:rPr>
              <a:t> </a:t>
            </a:r>
            <a:r>
              <a:rPr lang="en-US" dirty="0" err="1" smtClean="0">
                <a:solidFill>
                  <a:srgbClr val="7030A0"/>
                </a:solidFill>
                <a:latin typeface="Arial Black" pitchFamily="34" charset="0"/>
                <a:cs typeface="Aharoni" pitchFamily="2" charset="-79"/>
              </a:rPr>
              <a:t>jadvalni</a:t>
            </a:r>
            <a:r>
              <a:rPr lang="en-US" dirty="0" smtClean="0">
                <a:solidFill>
                  <a:srgbClr val="7030A0"/>
                </a:solidFill>
                <a:latin typeface="Arial Black" pitchFamily="34" charset="0"/>
                <a:cs typeface="Aharoni" pitchFamily="2" charset="-79"/>
              </a:rPr>
              <a:t> </a:t>
            </a:r>
            <a:r>
              <a:rPr lang="en-US" dirty="0" err="1" smtClean="0">
                <a:solidFill>
                  <a:srgbClr val="7030A0"/>
                </a:solidFill>
                <a:latin typeface="Arial Black" pitchFamily="34" charset="0"/>
                <a:cs typeface="Aharoni" pitchFamily="2" charset="-79"/>
              </a:rPr>
              <a:t>loyihalash</a:t>
            </a:r>
            <a:r>
              <a:rPr lang="en-US" dirty="0" smtClean="0">
                <a:solidFill>
                  <a:srgbClr val="7030A0"/>
                </a:solidFill>
                <a:latin typeface="Arial Black" pitchFamily="34" charset="0"/>
                <a:cs typeface="Aharoni" pitchFamily="2" charset="-79"/>
              </a:rPr>
              <a:t>. </a:t>
            </a:r>
            <a:r>
              <a:rPr lang="en-US" dirty="0" err="1" smtClean="0">
                <a:solidFill>
                  <a:srgbClr val="7030A0"/>
                </a:solidFill>
                <a:latin typeface="Arial Black" pitchFamily="34" charset="0"/>
                <a:cs typeface="Aharoni" pitchFamily="2" charset="-79"/>
              </a:rPr>
              <a:t>Dizayn</a:t>
            </a:r>
            <a:r>
              <a:rPr lang="en-US" dirty="0" smtClean="0">
                <a:solidFill>
                  <a:srgbClr val="7030A0"/>
                </a:solidFill>
                <a:latin typeface="Arial Black" pitchFamily="34" charset="0"/>
                <a:cs typeface="Aharoni" pitchFamily="2" charset="-79"/>
              </a:rPr>
              <a:t> </a:t>
            </a:r>
            <a:r>
              <a:rPr lang="en-US" dirty="0" err="1" smtClean="0">
                <a:solidFill>
                  <a:srgbClr val="7030A0"/>
                </a:solidFill>
                <a:latin typeface="Arial Black" pitchFamily="34" charset="0"/>
                <a:cs typeface="Aharoni" pitchFamily="2" charset="-79"/>
              </a:rPr>
              <a:t>shakllantirish</a:t>
            </a:r>
            <a:r>
              <a:rPr lang="en-US" dirty="0" smtClean="0">
                <a:solidFill>
                  <a:srgbClr val="7030A0"/>
                </a:solidFill>
                <a:latin typeface="Aharoni" pitchFamily="2" charset="-79"/>
                <a:cs typeface="Aharoni" pitchFamily="2" charset="-79"/>
              </a:rPr>
              <a:t/>
            </a:r>
            <a:br>
              <a:rPr lang="en-US" dirty="0" smtClean="0">
                <a:solidFill>
                  <a:srgbClr val="7030A0"/>
                </a:solidFill>
                <a:latin typeface="Aharoni" pitchFamily="2" charset="-79"/>
                <a:cs typeface="Aharoni" pitchFamily="2" charset="-79"/>
              </a:rPr>
            </a:br>
            <a:endParaRPr lang="en-US" dirty="0">
              <a:solidFill>
                <a:srgbClr val="7030A0"/>
              </a:solidFill>
              <a:latin typeface="Aharoni" pitchFamily="2" charset="-79"/>
              <a:cs typeface="Aharoni" pitchFamily="2" charset="-79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74895329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Содержимое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 smtClean="0">
                <a:solidFill>
                  <a:srgbClr val="7030A0"/>
                </a:solidFill>
                <a:latin typeface="Arial Black" pitchFamily="34" charset="0"/>
                <a:cs typeface="Aharoni" pitchFamily="2" charset="-79"/>
              </a:rPr>
              <a:t>Elektron</a:t>
            </a:r>
            <a:r>
              <a:rPr lang="en-US" dirty="0" smtClean="0">
                <a:solidFill>
                  <a:srgbClr val="7030A0"/>
                </a:solidFill>
                <a:latin typeface="Arial Black" pitchFamily="34" charset="0"/>
                <a:cs typeface="Aharoni" pitchFamily="2" charset="-79"/>
              </a:rPr>
              <a:t> </a:t>
            </a:r>
            <a:r>
              <a:rPr lang="en-US" dirty="0" err="1" smtClean="0">
                <a:solidFill>
                  <a:srgbClr val="7030A0"/>
                </a:solidFill>
                <a:latin typeface="Arial Black" pitchFamily="34" charset="0"/>
                <a:cs typeface="Aharoni" pitchFamily="2" charset="-79"/>
              </a:rPr>
              <a:t>jadvalni</a:t>
            </a:r>
            <a:r>
              <a:rPr lang="en-US" dirty="0" smtClean="0">
                <a:solidFill>
                  <a:srgbClr val="7030A0"/>
                </a:solidFill>
                <a:latin typeface="Arial Black" pitchFamily="34" charset="0"/>
                <a:cs typeface="Aharoni" pitchFamily="2" charset="-79"/>
              </a:rPr>
              <a:t> </a:t>
            </a:r>
            <a:r>
              <a:rPr lang="en-US" dirty="0" err="1" smtClean="0">
                <a:solidFill>
                  <a:srgbClr val="7030A0"/>
                </a:solidFill>
                <a:latin typeface="Arial Black" pitchFamily="34" charset="0"/>
                <a:cs typeface="Aharoni" pitchFamily="2" charset="-79"/>
              </a:rPr>
              <a:t>loyihalash</a:t>
            </a:r>
            <a:r>
              <a:rPr lang="en-US" dirty="0" smtClean="0">
                <a:solidFill>
                  <a:srgbClr val="7030A0"/>
                </a:solidFill>
                <a:latin typeface="Arial Black" pitchFamily="34" charset="0"/>
                <a:cs typeface="Aharoni" pitchFamily="2" charset="-79"/>
              </a:rPr>
              <a:t>. </a:t>
            </a:r>
            <a:r>
              <a:rPr lang="en-US" dirty="0" err="1" smtClean="0">
                <a:solidFill>
                  <a:srgbClr val="7030A0"/>
                </a:solidFill>
                <a:latin typeface="Arial Black" pitchFamily="34" charset="0"/>
                <a:cs typeface="Aharoni" pitchFamily="2" charset="-79"/>
              </a:rPr>
              <a:t>Dizayn</a:t>
            </a:r>
            <a:r>
              <a:rPr lang="en-US" dirty="0" smtClean="0">
                <a:solidFill>
                  <a:srgbClr val="7030A0"/>
                </a:solidFill>
                <a:latin typeface="Arial Black" pitchFamily="34" charset="0"/>
                <a:cs typeface="Aharoni" pitchFamily="2" charset="-79"/>
              </a:rPr>
              <a:t> </a:t>
            </a:r>
            <a:r>
              <a:rPr lang="en-US" dirty="0" err="1" smtClean="0">
                <a:solidFill>
                  <a:srgbClr val="7030A0"/>
                </a:solidFill>
                <a:latin typeface="Arial Black" pitchFamily="34" charset="0"/>
                <a:cs typeface="Aharoni" pitchFamily="2" charset="-79"/>
              </a:rPr>
              <a:t>shakllantirish</a:t>
            </a:r>
            <a:endParaRPr lang="ru-RU" dirty="0"/>
          </a:p>
        </p:txBody>
      </p:sp>
      <p:sp>
        <p:nvSpPr>
          <p:cNvPr id="3" name="Заголовок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ъект 1"/>
          <p:cNvSpPr>
            <a:spLocks noGrp="1"/>
          </p:cNvSpPr>
          <p:nvPr>
            <p:ph idx="1"/>
          </p:nvPr>
        </p:nvSpPr>
        <p:spPr>
          <a:xfrm>
            <a:off x="457200" y="332656"/>
            <a:ext cx="8229600" cy="6048672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endParaRPr lang="en-US" sz="9600" dirty="0" smtClean="0">
              <a:solidFill>
                <a:srgbClr val="7030A0"/>
              </a:solidFill>
              <a:latin typeface="Aharoni" pitchFamily="2" charset="-79"/>
              <a:cs typeface="Aharoni" pitchFamily="2" charset="-79"/>
            </a:endParaRPr>
          </a:p>
          <a:p>
            <a:pPr marL="0" indent="0" algn="ctr">
              <a:buNone/>
            </a:pPr>
            <a:r>
              <a:rPr lang="en-US" sz="8000" dirty="0" err="1" smtClean="0">
                <a:solidFill>
                  <a:srgbClr val="7030A0"/>
                </a:solidFill>
                <a:latin typeface="Arial Black" pitchFamily="34" charset="0"/>
                <a:cs typeface="Aharoni" pitchFamily="2" charset="-79"/>
              </a:rPr>
              <a:t>E’tiboringiz</a:t>
            </a:r>
            <a:r>
              <a:rPr lang="en-US" sz="8000" dirty="0" smtClean="0">
                <a:solidFill>
                  <a:srgbClr val="7030A0"/>
                </a:solidFill>
                <a:latin typeface="Arial Black" pitchFamily="34" charset="0"/>
                <a:cs typeface="Aharoni" pitchFamily="2" charset="-79"/>
              </a:rPr>
              <a:t> </a:t>
            </a:r>
            <a:r>
              <a:rPr lang="en-US" sz="8000" dirty="0" err="1" smtClean="0">
                <a:solidFill>
                  <a:srgbClr val="7030A0"/>
                </a:solidFill>
                <a:latin typeface="Arial Black" pitchFamily="34" charset="0"/>
                <a:cs typeface="Aharoni" pitchFamily="2" charset="-79"/>
              </a:rPr>
              <a:t>uchun</a:t>
            </a:r>
            <a:r>
              <a:rPr lang="en-US" sz="8000" dirty="0" smtClean="0">
                <a:solidFill>
                  <a:srgbClr val="7030A0"/>
                </a:solidFill>
                <a:latin typeface="Arial Black" pitchFamily="34" charset="0"/>
                <a:cs typeface="Aharoni" pitchFamily="2" charset="-79"/>
              </a:rPr>
              <a:t> </a:t>
            </a:r>
            <a:r>
              <a:rPr lang="en-US" sz="8000" dirty="0" err="1" smtClean="0">
                <a:solidFill>
                  <a:srgbClr val="7030A0"/>
                </a:solidFill>
                <a:latin typeface="Arial Black" pitchFamily="34" charset="0"/>
                <a:cs typeface="Aharoni" pitchFamily="2" charset="-79"/>
              </a:rPr>
              <a:t>rahmat</a:t>
            </a:r>
            <a:endParaRPr lang="en-US" sz="8000" dirty="0">
              <a:solidFill>
                <a:srgbClr val="7030A0"/>
              </a:solidFill>
              <a:latin typeface="Arial Black" pitchFamily="34" charset="0"/>
              <a:cs typeface="Aharoni" pitchFamily="2" charset="-79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167824463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err="1" smtClean="0">
                <a:solidFill>
                  <a:srgbClr val="7030A0"/>
                </a:solidFill>
                <a:latin typeface="Arial Black" pitchFamily="34" charset="0"/>
                <a:cs typeface="Aharoni" pitchFamily="2" charset="-79"/>
              </a:rPr>
              <a:t>Elektron</a:t>
            </a:r>
            <a:r>
              <a:rPr lang="en-US" dirty="0" smtClean="0">
                <a:solidFill>
                  <a:srgbClr val="7030A0"/>
                </a:solidFill>
                <a:latin typeface="Arial Black" pitchFamily="34" charset="0"/>
                <a:cs typeface="Aharoni" pitchFamily="2" charset="-79"/>
              </a:rPr>
              <a:t> </a:t>
            </a:r>
            <a:r>
              <a:rPr lang="en-US" dirty="0" err="1" smtClean="0">
                <a:solidFill>
                  <a:srgbClr val="7030A0"/>
                </a:solidFill>
                <a:latin typeface="Arial Black" pitchFamily="34" charset="0"/>
                <a:cs typeface="Aharoni" pitchFamily="2" charset="-79"/>
              </a:rPr>
              <a:t>jadvalni</a:t>
            </a:r>
            <a:r>
              <a:rPr lang="en-US" dirty="0" smtClean="0">
                <a:solidFill>
                  <a:srgbClr val="7030A0"/>
                </a:solidFill>
                <a:latin typeface="Arial Black" pitchFamily="34" charset="0"/>
                <a:cs typeface="Aharoni" pitchFamily="2" charset="-79"/>
              </a:rPr>
              <a:t> </a:t>
            </a:r>
            <a:r>
              <a:rPr lang="en-US" dirty="0" err="1" smtClean="0">
                <a:solidFill>
                  <a:srgbClr val="7030A0"/>
                </a:solidFill>
                <a:latin typeface="Arial Black" pitchFamily="34" charset="0"/>
                <a:cs typeface="Aharoni" pitchFamily="2" charset="-79"/>
              </a:rPr>
              <a:t>loyihalash</a:t>
            </a:r>
            <a:r>
              <a:rPr lang="en-US" dirty="0" smtClean="0">
                <a:solidFill>
                  <a:srgbClr val="7030A0"/>
                </a:solidFill>
                <a:latin typeface="Arial Black" pitchFamily="34" charset="0"/>
                <a:cs typeface="Aharoni" pitchFamily="2" charset="-79"/>
              </a:rPr>
              <a:t>. </a:t>
            </a:r>
            <a:r>
              <a:rPr lang="en-US" dirty="0" err="1" smtClean="0">
                <a:solidFill>
                  <a:srgbClr val="7030A0"/>
                </a:solidFill>
                <a:latin typeface="Arial Black" pitchFamily="34" charset="0"/>
                <a:cs typeface="Aharoni" pitchFamily="2" charset="-79"/>
              </a:rPr>
              <a:t>Dizayn</a:t>
            </a:r>
            <a:r>
              <a:rPr lang="en-US" dirty="0" smtClean="0">
                <a:solidFill>
                  <a:srgbClr val="7030A0"/>
                </a:solidFill>
                <a:latin typeface="Arial Black" pitchFamily="34" charset="0"/>
                <a:cs typeface="Aharoni" pitchFamily="2" charset="-79"/>
              </a:rPr>
              <a:t> </a:t>
            </a:r>
            <a:r>
              <a:rPr lang="en-US" smtClean="0">
                <a:solidFill>
                  <a:srgbClr val="7030A0"/>
                </a:solidFill>
                <a:latin typeface="Arial Black" pitchFamily="34" charset="0"/>
                <a:cs typeface="Aharoni" pitchFamily="2" charset="-79"/>
              </a:rPr>
              <a:t>shakllantirish</a:t>
            </a:r>
            <a:endParaRPr lang="ru-RU"/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Бумажная">
  <a:themeElements>
    <a:clrScheme name="Бумажная">
      <a:dk1>
        <a:sysClr val="windowText" lastClr="000000"/>
      </a:dk1>
      <a:lt1>
        <a:sysClr val="window" lastClr="FFFFFF"/>
      </a:lt1>
      <a:dk2>
        <a:srgbClr val="444D26"/>
      </a:dk2>
      <a:lt2>
        <a:srgbClr val="FEFAC9"/>
      </a:lt2>
      <a:accent1>
        <a:srgbClr val="A5B592"/>
      </a:accent1>
      <a:accent2>
        <a:srgbClr val="F3A447"/>
      </a:accent2>
      <a:accent3>
        <a:srgbClr val="E7BC29"/>
      </a:accent3>
      <a:accent4>
        <a:srgbClr val="D092A7"/>
      </a:accent4>
      <a:accent5>
        <a:srgbClr val="9C85C0"/>
      </a:accent5>
      <a:accent6>
        <a:srgbClr val="809EC2"/>
      </a:accent6>
      <a:hlink>
        <a:srgbClr val="8E58B6"/>
      </a:hlink>
      <a:folHlink>
        <a:srgbClr val="7F6F6F"/>
      </a:folHlink>
    </a:clrScheme>
    <a:fontScheme name="Бумажная">
      <a:majorFont>
        <a:latin typeface="Constantia"/>
        <a:ea typeface=""/>
        <a:cs typeface=""/>
        <a:font script="Jpan" typeface="HG明朝E"/>
        <a:font script="Hang" typeface="궁서"/>
        <a:font script="Hans" typeface="华文新魏"/>
        <a:font script="Hant" typeface="標楷體"/>
        <a:font script="Arab" typeface="Times New Roman"/>
        <a:font script="Hebr" typeface="Times New Roman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onstantia"/>
        <a:ea typeface=""/>
        <a:cs typeface=""/>
        <a:font script="Jpan" typeface="HG明朝E"/>
        <a:font script="Hang" typeface="궁서"/>
        <a:font script="Hans" typeface="华文新魏"/>
        <a:font script="Hant" typeface="標楷體"/>
        <a:font script="Arab" typeface="Times New Roman"/>
        <a:font script="Hebr" typeface="Times New Roman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Бумажная">
      <a:fillStyleLst>
        <a:solidFill>
          <a:schemeClr val="phClr"/>
        </a:solidFill>
        <a:blipFill>
          <a:blip xmlns:r="http://schemas.openxmlformats.org/officeDocument/2006/relationships" r:embed="rId1">
            <a:duotone>
              <a:schemeClr val="phClr">
                <a:shade val="63000"/>
                <a:tint val="82000"/>
              </a:schemeClr>
              <a:schemeClr val="phClr">
                <a:tint val="10000"/>
                <a:satMod val="400000"/>
              </a:schemeClr>
            </a:duotone>
          </a:blip>
          <a:tile tx="0" ty="0" sx="40000" sy="40000" flip="none" algn="tl"/>
        </a:blipFill>
        <a:blipFill>
          <a:blip xmlns:r="http://schemas.openxmlformats.org/officeDocument/2006/relationships" r:embed="rId1">
            <a:duotone>
              <a:schemeClr val="phClr">
                <a:shade val="40000"/>
              </a:schemeClr>
              <a:schemeClr val="phClr">
                <a:tint val="42000"/>
              </a:schemeClr>
            </a:duotone>
          </a:blip>
          <a:tile tx="0" ty="0" sx="40000" sy="40000" flip="none" algn="tl"/>
        </a:blipFill>
      </a:fillStyleLst>
      <a:lnStyleLst>
        <a:ln w="127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  <a:ln w="635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95000" rotWithShape="0">
              <a:srgbClr val="000000">
                <a:alpha val="50000"/>
              </a:srgbClr>
            </a:outerShdw>
            <a:softEdge rad="12700"/>
          </a:effectLst>
        </a:effectStyle>
        <a:effectStyle>
          <a:effectLst>
            <a:outerShdw blurRad="95000" rotWithShape="0">
              <a:srgbClr val="000000">
                <a:alpha val="50000"/>
              </a:srgbClr>
            </a:outerShdw>
            <a:softEdge rad="12700"/>
          </a:effectLst>
        </a:effectStyle>
        <a:effectStyle>
          <a:effectLst>
            <a:outerShdw blurRad="95000" algn="tl" rotWithShape="0">
              <a:srgbClr val="000000">
                <a:alpha val="50000"/>
              </a:srgbClr>
            </a:outerShdw>
          </a:effectLst>
          <a:scene3d>
            <a:camera prst="orthographicFront"/>
            <a:lightRig rig="soft" dir="t">
              <a:rot lat="0" lon="0" rev="18000000"/>
            </a:lightRig>
          </a:scene3d>
          <a:sp3d prstMaterial="dkEdge">
            <a:bevelT w="73660" h="44450" prst="riblet"/>
          </a:sp3d>
        </a:effectStyle>
      </a:effectStyleLst>
      <a:bgFillStyleLst>
        <a:solidFill>
          <a:schemeClr val="phClr"/>
        </a:solidFill>
        <a:blipFill>
          <a:blip xmlns:r="http://schemas.openxmlformats.org/officeDocument/2006/relationships" r:embed="rId1">
            <a:duotone>
              <a:schemeClr val="phClr">
                <a:shade val="55000"/>
                <a:alpha val="20000"/>
              </a:schemeClr>
              <a:schemeClr val="phClr">
                <a:tint val="40000"/>
                <a:shade val="90000"/>
                <a:satMod val="60000"/>
                <a:alpha val="20000"/>
              </a:schemeClr>
            </a:duotone>
          </a:blip>
          <a:tile tx="0" ty="0" sx="58000" sy="38000" flip="none" algn="tl"/>
        </a:blipFill>
        <a:blipFill>
          <a:blip xmlns:r="http://schemas.openxmlformats.org/officeDocument/2006/relationships" r:embed="rId2">
            <a:duotone>
              <a:schemeClr val="phClr">
                <a:shade val="12000"/>
                <a:satMod val="240000"/>
              </a:schemeClr>
              <a:schemeClr val="phClr">
                <a:tint val="65000"/>
              </a:schemeClr>
            </a:duotone>
          </a:blip>
          <a:stretch>
            <a:fillRect/>
          </a:stretch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Paper</Template>
  <TotalTime>52</TotalTime>
  <Words>16</Words>
  <Application>Microsoft Office PowerPoint</Application>
  <PresentationFormat>Экран (4:3)</PresentationFormat>
  <Paragraphs>5</Paragraphs>
  <Slides>4</Slides>
  <Notes>0</Notes>
  <HiddenSlides>0</HiddenSlides>
  <MMClips>0</MMClips>
  <ScaleCrop>false</ScaleCrop>
  <HeadingPairs>
    <vt:vector size="4" baseType="variant">
      <vt:variant>
        <vt:lpstr>Тема</vt:lpstr>
      </vt:variant>
      <vt:variant>
        <vt:i4>1</vt:i4>
      </vt:variant>
      <vt:variant>
        <vt:lpstr>Заголовки слайдов</vt:lpstr>
      </vt:variant>
      <vt:variant>
        <vt:i4>4</vt:i4>
      </vt:variant>
    </vt:vector>
  </HeadingPairs>
  <TitlesOfParts>
    <vt:vector size="5" baseType="lpstr">
      <vt:lpstr>Бумажная</vt:lpstr>
      <vt:lpstr>7-sinf Informatika va axborot texnologiyalari Mavzu: Elektron jadvalni loyihalash. Dizayn shakllantirish </vt:lpstr>
      <vt:lpstr>Слайд 2</vt:lpstr>
      <vt:lpstr>Слайд 3</vt:lpstr>
      <vt:lpstr>Elektron jadvalni loyihalash. Dizayn shakllantirish</vt:lpstr>
    </vt:vector>
  </TitlesOfParts>
  <Company>Home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7-sinf Informatika va axborot texnologiyalari Mavzu: Elektron jadvalni loyihalash. Dizayn shakllantirish</dc:title>
  <dc:creator>Пользователь</dc:creator>
  <cp:lastModifiedBy>Пользователь</cp:lastModifiedBy>
  <cp:revision>18</cp:revision>
  <dcterms:created xsi:type="dcterms:W3CDTF">2026-02-10T06:20:42Z</dcterms:created>
  <dcterms:modified xsi:type="dcterms:W3CDTF">2026-02-19T14:54:35Z</dcterms:modified>
</cp:coreProperties>
</file>