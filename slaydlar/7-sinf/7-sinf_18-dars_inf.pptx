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68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Заголовок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Овал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Дата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бъект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Нижний колонтитул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Заголовок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1" name="Объект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Объект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2" name="Объект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34" name="Объект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2" name="Текст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Объект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1" name="Заголовок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Дата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ru-RU" smtClean="0"/>
              <a:t>Вставка рисунка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24" name="Дата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548680"/>
            <a:ext cx="7772400" cy="5760639"/>
          </a:xfrm>
        </p:spPr>
        <p:txBody>
          <a:bodyPr>
            <a:normAutofit/>
          </a:bodyPr>
          <a:lstStyle/>
          <a:p>
            <a:r>
              <a:rPr lang="en-US" sz="6600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7-sinf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/>
            </a:r>
            <a:b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</a:br>
            <a:r>
              <a:rPr lang="en-US" dirty="0" err="1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  <a:t>Informatika</a:t>
            </a:r>
            <a:r>
              <a:rPr lang="en-US" dirty="0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  <a:t>va</a:t>
            </a:r>
            <a:r>
              <a:rPr lang="en-US" dirty="0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  <a:t>axborot</a:t>
            </a:r>
            <a:r>
              <a:rPr lang="en-US" dirty="0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  <a:t>texnologiyalari</a:t>
            </a:r>
            <a:r>
              <a:rPr lang="en-US" dirty="0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  <a:t/>
            </a:r>
            <a:br>
              <a:rPr lang="en-US" dirty="0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</a:b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Mavzu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: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Elektron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jadvalni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loyihalash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.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Dizayn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shakllantirish</a:t>
            </a:r>
            <a:r>
              <a:rPr lang="en-US" dirty="0" smtClean="0">
                <a:solidFill>
                  <a:srgbClr val="7030A0"/>
                </a:solidFill>
                <a:latin typeface="Aharoni" pitchFamily="2" charset="-79"/>
                <a:cs typeface="Aharoni" pitchFamily="2" charset="-79"/>
              </a:rPr>
              <a:t/>
            </a:r>
            <a:br>
              <a:rPr lang="en-US" dirty="0" smtClean="0">
                <a:solidFill>
                  <a:srgbClr val="7030A0"/>
                </a:solidFill>
                <a:latin typeface="Aharoni" pitchFamily="2" charset="-79"/>
                <a:cs typeface="Aharoni" pitchFamily="2" charset="-79"/>
              </a:rPr>
            </a:br>
            <a:endParaRPr lang="en-US" dirty="0">
              <a:solidFill>
                <a:srgbClr val="7030A0"/>
              </a:solidFill>
              <a:latin typeface="Aharoni" pitchFamily="2" charset="-79"/>
              <a:cs typeface="Aharoni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748953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Kalit</a:t>
            </a:r>
            <a:r>
              <a:rPr lang="en-US" dirty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so‘zlar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Formulalar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bu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formulaning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koʻpligidir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bir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nechta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formulani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anglatadi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Loyihalashtirish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bo‘yicha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ko‘rsatmalar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tizimning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tavsifi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Bu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tizim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loyihasini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yaratish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uchun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ishlatiladi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Tekshirish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tizimdagi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turli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xil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maʻlumotlarni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ishlatishga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harakat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qilib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tizimning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ishlashiga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ishonch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hosil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qilish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xmlns="" val="1713827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604867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9600" dirty="0" smtClean="0">
              <a:solidFill>
                <a:srgbClr val="7030A0"/>
              </a:solidFill>
              <a:latin typeface="Aharoni" pitchFamily="2" charset="-79"/>
              <a:cs typeface="Aharoni" pitchFamily="2" charset="-79"/>
            </a:endParaRPr>
          </a:p>
          <a:p>
            <a:pPr marL="0" indent="0" algn="ctr">
              <a:buNone/>
            </a:pPr>
            <a:r>
              <a:rPr lang="en-US" sz="8000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E’tiboringiz</a:t>
            </a:r>
            <a:r>
              <a:rPr lang="en-US" sz="8000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sz="8000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uchun</a:t>
            </a:r>
            <a:r>
              <a:rPr lang="en-US" sz="8000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sz="8000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rahmat</a:t>
            </a:r>
            <a:endParaRPr lang="en-US" sz="8000" dirty="0">
              <a:solidFill>
                <a:srgbClr val="7030A0"/>
              </a:solidFill>
              <a:latin typeface="Arial Black" pitchFamily="34" charset="0"/>
              <a:cs typeface="Aharoni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782446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Бумажная">
  <a:themeElements>
    <a:clrScheme name="Бумажная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Бумажная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Бумажная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50</TotalTime>
  <Words>46</Words>
  <Application>Microsoft Office PowerPoint</Application>
  <PresentationFormat>Экран (4:3)</PresentationFormat>
  <Paragraphs>6</Paragraphs>
  <Slides>3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4" baseType="lpstr">
      <vt:lpstr>Бумажная</vt:lpstr>
      <vt:lpstr>7-sinf Informatika va axborot texnologiyalari Mavzu: Elektron jadvalni loyihalash. Dizayn shakllantirish </vt:lpstr>
      <vt:lpstr>Kalit so‘zlar</vt:lpstr>
      <vt:lpstr>Слайд 3</vt:lpstr>
    </vt:vector>
  </TitlesOfParts>
  <Company>Home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7-sinf Informatika va axborot texnologiyalari Mavzu: Elektron jadvalni loyihalash. Dizayn shakllantirish</dc:title>
  <dc:creator>Пользователь</dc:creator>
  <cp:lastModifiedBy>Пользователь</cp:lastModifiedBy>
  <cp:revision>12</cp:revision>
  <dcterms:created xsi:type="dcterms:W3CDTF">2026-02-10T06:20:42Z</dcterms:created>
  <dcterms:modified xsi:type="dcterms:W3CDTF">2026-02-19T14:52:48Z</dcterms:modified>
</cp:coreProperties>
</file>