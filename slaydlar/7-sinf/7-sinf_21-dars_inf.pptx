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-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tizimli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saqlash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hisoblash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formulalardan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foydalanishning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samarali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usuli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grafiklar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ham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qo'llaniladi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Ushbu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bo'limda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loyihalashtirish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ko'rsatmalari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asosida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ishlashini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tekshirish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baholashni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o'rganasiz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-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tizimli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saqlash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hisoblash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formulalardan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foydalanishning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samarali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usuli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grafiklar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ham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qo'llaniladi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Ushbu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bo'limda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loyihalashtirish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ko'rsatmalari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asosida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ishlashini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tekshirish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baholashni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o'rganasiz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51</TotalTime>
  <Words>78</Words>
  <Application>Microsoft Office PowerPoint</Application>
  <PresentationFormat>Экран 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Бумажная</vt:lpstr>
      <vt:lpstr>7-sinf Informatika va axborot texnologiyalari Mavzu: Elektron jadvalni loyihalash. Dizayn shakllantirish </vt:lpstr>
      <vt:lpstr>Слайд 2</vt:lpstr>
      <vt:lpstr>Слайд 3</vt:lpstr>
      <vt:lpstr>Слайд 4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15</cp:revision>
  <dcterms:created xsi:type="dcterms:W3CDTF">2026-02-10T06:20:42Z</dcterms:created>
  <dcterms:modified xsi:type="dcterms:W3CDTF">2026-02-19T14:53:42Z</dcterms:modified>
</cp:coreProperties>
</file>