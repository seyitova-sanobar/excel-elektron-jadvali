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64" r:id="rId3"/>
    <p:sldId id="272" r:id="rId4"/>
    <p:sldId id="270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Содержимое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Содержимое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Содержимое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634ADBA-F828-4AA2-8B94-5CD307BF6660}" type="datetimeFigureOut">
              <a:rPr lang="ru-RU" smtClean="0"/>
              <a:pPr/>
              <a:t>19.02.2026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457200" y="332656"/>
            <a:ext cx="8305800" cy="6264696"/>
          </a:xfrm>
        </p:spPr>
        <p:txBody>
          <a:bodyPr/>
          <a:lstStyle/>
          <a:p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5-sinf </a:t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Informatika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va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axborot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texnologiyalari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/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Mavzu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Diagrammaga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maʼlumot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kiritish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.</a:t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</a:br>
            <a:endParaRPr lang="ru-RU" sz="5400" dirty="0">
              <a:solidFill>
                <a:srgbClr val="7030A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6.3-mashg‘ulot. Bu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tasvirda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koʻplab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shakllar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aks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etgan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yerda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beshta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turdagi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shakllar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mavjud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32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Diagrammaga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maʼlumot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smtClean="0">
                <a:solidFill>
                  <a:srgbClr val="7030A0"/>
                </a:solidFill>
                <a:latin typeface="Arial Black" pitchFamily="34" charset="0"/>
              </a:rPr>
              <a:t>kiritish</a:t>
            </a:r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ru-RU" sz="8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>
              <a:buNone/>
            </a:pP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E’tiboringiz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uchun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rahmat</a:t>
            </a:r>
            <a:endParaRPr lang="ru-RU" sz="7200" dirty="0"/>
          </a:p>
        </p:txBody>
      </p:sp>
    </p:spTree>
  </p:cSld>
  <p:clrMapOvr>
    <a:masterClrMapping/>
  </p:clrMapOvr>
  <p:transition spd="med">
    <p:wipe dir="d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50</TotalTime>
  <Words>23</Words>
  <Application>Microsoft Office PowerPoint</Application>
  <PresentationFormat>Экран (4:3)</PresentationFormat>
  <Paragraphs>5</Paragraphs>
  <Slides>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Бумажная</vt:lpstr>
      <vt:lpstr>5-sinf  Informatika va  axborot texnologiyalari  Mavzu: Diagrammaga maʼlumot kiritish. </vt:lpstr>
      <vt:lpstr>6.3-mashg‘ulot. Bu tasvirda koʻplab shakllar aks etgan. Bu yerda beshta turdagi shakllar mavjud. </vt:lpstr>
      <vt:lpstr>Слайд 3</vt:lpstr>
      <vt:lpstr>Слайд 4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</dc:creator>
  <cp:lastModifiedBy>Пользователь</cp:lastModifiedBy>
  <cp:revision>17</cp:revision>
  <dcterms:created xsi:type="dcterms:W3CDTF">2026-02-09T12:18:45Z</dcterms:created>
  <dcterms:modified xsi:type="dcterms:W3CDTF">2026-02-19T14:49:35Z</dcterms:modified>
</cp:coreProperties>
</file>