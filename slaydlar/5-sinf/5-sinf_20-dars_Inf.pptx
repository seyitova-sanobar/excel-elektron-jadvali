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0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4</Words>
  <Application>Microsoft Office PowerPoint</Application>
  <PresentationFormat>Экран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Бумажная</vt:lpstr>
      <vt:lpstr>5-sinf  Informatika va  axborot texnologiyalari  Mavzu: Diagrammaga maʼlumot kiritish. </vt:lpstr>
      <vt:lpstr>Слайд 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15</cp:revision>
  <dcterms:created xsi:type="dcterms:W3CDTF">2026-02-09T12:18:45Z</dcterms:created>
  <dcterms:modified xsi:type="dcterms:W3CDTF">2026-02-19T14:48:56Z</dcterms:modified>
</cp:coreProperties>
</file>