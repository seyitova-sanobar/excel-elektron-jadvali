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1" r:id="rId2"/>
    <p:sldId id="264" r:id="rId3"/>
    <p:sldId id="270" r:id="rId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одержимое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Содержимое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Содержимое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Содержимое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d"/>
  </p:transition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457200" y="332656"/>
            <a:ext cx="8305800" cy="6264696"/>
          </a:xfrm>
        </p:spPr>
        <p:txBody>
          <a:bodyPr/>
          <a:lstStyle/>
          <a:p>
            <a: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  <a:t>5-sinf </a:t>
            </a:r>
            <a:b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sz="4400" dirty="0" err="1" smtClean="0">
                <a:solidFill>
                  <a:srgbClr val="002060"/>
                </a:solidFill>
                <a:latin typeface="Arial Black" pitchFamily="34" charset="0"/>
              </a:rPr>
              <a:t>Informatika</a:t>
            </a:r>
            <a: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4400" dirty="0" err="1" smtClean="0">
                <a:solidFill>
                  <a:srgbClr val="002060"/>
                </a:solidFill>
                <a:latin typeface="Arial Black" pitchFamily="34" charset="0"/>
              </a:rPr>
              <a:t>va</a:t>
            </a:r>
            <a: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b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sz="4400" dirty="0" err="1" smtClean="0">
                <a:solidFill>
                  <a:srgbClr val="002060"/>
                </a:solidFill>
                <a:latin typeface="Arial Black" pitchFamily="34" charset="0"/>
              </a:rPr>
              <a:t>axborot</a:t>
            </a:r>
            <a: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4400" dirty="0" err="1" smtClean="0">
                <a:solidFill>
                  <a:srgbClr val="002060"/>
                </a:solidFill>
                <a:latin typeface="Arial Black" pitchFamily="34" charset="0"/>
              </a:rPr>
              <a:t>texnologiyalari</a:t>
            </a:r>
            <a: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  <a:t/>
            </a:r>
            <a:b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  <a:t/>
            </a:r>
            <a:b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</a:b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</a:rPr>
              <a:t>Mavzu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  <a:t>: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Diagrammaga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maʼlumot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kiritish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.</a:t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</a:br>
            <a:endParaRPr lang="ru-RU" sz="5400" dirty="0">
              <a:solidFill>
                <a:srgbClr val="7030A0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6.3-mashg‘ulot. Bu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tasvirda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koʻplab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shakllar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aks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etgan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Bu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yerda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beshta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turdagi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shakllar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mavjud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ru-RU" sz="32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ru-RU" sz="8000" dirty="0" smtClean="0">
              <a:solidFill>
                <a:srgbClr val="002060"/>
              </a:solidFill>
              <a:latin typeface="Arial Black" pitchFamily="34" charset="0"/>
            </a:endParaRPr>
          </a:p>
          <a:p>
            <a:pPr algn="ctr">
              <a:buNone/>
            </a:pPr>
            <a:r>
              <a:rPr lang="en-US" sz="8000" dirty="0" err="1" smtClean="0">
                <a:solidFill>
                  <a:srgbClr val="002060"/>
                </a:solidFill>
                <a:latin typeface="Arial Black" pitchFamily="34" charset="0"/>
              </a:rPr>
              <a:t>E’tiboringiz</a:t>
            </a:r>
            <a:r>
              <a:rPr lang="en-US" sz="80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8000" dirty="0" err="1" smtClean="0">
                <a:solidFill>
                  <a:srgbClr val="002060"/>
                </a:solidFill>
                <a:latin typeface="Arial Black" pitchFamily="34" charset="0"/>
              </a:rPr>
              <a:t>uchun</a:t>
            </a:r>
            <a:r>
              <a:rPr lang="en-US" sz="80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8000" dirty="0" err="1" smtClean="0">
                <a:solidFill>
                  <a:srgbClr val="002060"/>
                </a:solidFill>
                <a:latin typeface="Arial Black" pitchFamily="34" charset="0"/>
              </a:rPr>
              <a:t>rahmat</a:t>
            </a:r>
            <a:endParaRPr lang="ru-RU" sz="7200" dirty="0"/>
          </a:p>
        </p:txBody>
      </p:sp>
    </p:spTree>
  </p:cSld>
  <p:clrMapOvr>
    <a:masterClrMapping/>
  </p:clrMapOvr>
  <p:transition spd="med">
    <p:wipe dir="d"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50</TotalTime>
  <Words>20</Words>
  <Application>Microsoft Office PowerPoint</Application>
  <PresentationFormat>Экран (4:3)</PresentationFormat>
  <Paragraphs>4</Paragraphs>
  <Slides>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4" baseType="lpstr">
      <vt:lpstr>Бумажная</vt:lpstr>
      <vt:lpstr>5-sinf  Informatika va  axborot texnologiyalari  Mavzu: Diagrammaga maʼlumot kiritish. </vt:lpstr>
      <vt:lpstr>6.3-mashg‘ulot. Bu tasvirda koʻplab shakllar aks etgan. Bu yerda beshta turdagi shakllar mavjud. </vt:lpstr>
      <vt:lpstr>Слайд 3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Пользователь</dc:creator>
  <cp:lastModifiedBy>Пользователь</cp:lastModifiedBy>
  <cp:revision>16</cp:revision>
  <dcterms:created xsi:type="dcterms:W3CDTF">2026-02-09T12:18:45Z</dcterms:created>
  <dcterms:modified xsi:type="dcterms:W3CDTF">2026-02-19T14:49:12Z</dcterms:modified>
</cp:coreProperties>
</file>