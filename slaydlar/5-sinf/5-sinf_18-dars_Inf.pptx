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2" r:id="rId2"/>
    <p:sldId id="270" r:id="rId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Заголовок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Овал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Дата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Содержимое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6" name="Нижний колонтитул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Заголовок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2" name="Содержимое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4" name="Содержимое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Содержимое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1" name="Заголовок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Дата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ru-RU" smtClean="0"/>
              <a:t>Вставка рисунка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wipe dir="d"/>
  </p:transition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ctrTitle"/>
          </p:nvPr>
        </p:nvSpPr>
        <p:spPr>
          <a:xfrm>
            <a:off x="457200" y="836712"/>
            <a:ext cx="8305800" cy="5328592"/>
          </a:xfrm>
        </p:spPr>
        <p:txBody>
          <a:bodyPr/>
          <a:lstStyle/>
          <a:p>
            <a:r>
              <a:rPr lang="en-US" dirty="0" smtClean="0">
                <a:solidFill>
                  <a:srgbClr val="002060"/>
                </a:solidFill>
                <a:latin typeface="Arial Black" pitchFamily="34" charset="0"/>
              </a:rPr>
              <a:t>5-sinf </a:t>
            </a:r>
            <a:br>
              <a:rPr lang="en-US" dirty="0" smtClean="0">
                <a:solidFill>
                  <a:srgbClr val="002060"/>
                </a:solidFill>
                <a:latin typeface="Arial Black" pitchFamily="34" charset="0"/>
              </a:rPr>
            </a:br>
            <a:r>
              <a:rPr lang="en-US" dirty="0" err="1" smtClean="0">
                <a:solidFill>
                  <a:srgbClr val="002060"/>
                </a:solidFill>
                <a:latin typeface="Arial Black" pitchFamily="34" charset="0"/>
              </a:rPr>
              <a:t>Informatika</a:t>
            </a:r>
            <a:r>
              <a:rPr lang="en-US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002060"/>
                </a:solidFill>
                <a:latin typeface="Arial Black" pitchFamily="34" charset="0"/>
              </a:rPr>
              <a:t>va</a:t>
            </a:r>
            <a:r>
              <a:rPr lang="en-US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br>
              <a:rPr lang="en-US" dirty="0" smtClean="0">
                <a:solidFill>
                  <a:srgbClr val="002060"/>
                </a:solidFill>
                <a:latin typeface="Arial Black" pitchFamily="34" charset="0"/>
              </a:rPr>
            </a:br>
            <a:r>
              <a:rPr lang="en-US" dirty="0" err="1" smtClean="0">
                <a:solidFill>
                  <a:srgbClr val="002060"/>
                </a:solidFill>
                <a:latin typeface="Arial Black" pitchFamily="34" charset="0"/>
              </a:rPr>
              <a:t>axborot</a:t>
            </a:r>
            <a:r>
              <a:rPr lang="en-US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002060"/>
                </a:solidFill>
                <a:latin typeface="Arial Black" pitchFamily="34" charset="0"/>
              </a:rPr>
              <a:t>texnologiyalari</a:t>
            </a:r>
            <a:r>
              <a:rPr lang="en-US" dirty="0" smtClean="0">
                <a:solidFill>
                  <a:srgbClr val="002060"/>
                </a:solidFill>
                <a:latin typeface="Arial Black" pitchFamily="34" charset="0"/>
              </a:rPr>
              <a:t/>
            </a:r>
            <a:br>
              <a:rPr lang="en-US" dirty="0" smtClean="0">
                <a:solidFill>
                  <a:srgbClr val="002060"/>
                </a:solidFill>
                <a:latin typeface="Arial Black" pitchFamily="34" charset="0"/>
              </a:rPr>
            </a:b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/>
            </a:r>
            <a:b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</a:b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Mavzu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: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Diagrammalar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bilan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ishlashni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boshlash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.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Axborotni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guruhlash</a:t>
            </a:r>
            <a:r>
              <a:rPr lang="ru-RU" dirty="0" smtClean="0">
                <a:solidFill>
                  <a:srgbClr val="7030A0"/>
                </a:solidFill>
                <a:latin typeface="Arial Black" pitchFamily="34" charset="0"/>
              </a:rPr>
              <a:t/>
            </a:r>
            <a:br>
              <a:rPr lang="ru-RU" dirty="0" smtClean="0">
                <a:solidFill>
                  <a:srgbClr val="7030A0"/>
                </a:solidFill>
                <a:latin typeface="Arial Black" pitchFamily="34" charset="0"/>
              </a:rPr>
            </a:br>
            <a:endParaRPr lang="ru-RU" dirty="0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577483"/>
          </a:xfrm>
        </p:spPr>
        <p:txBody>
          <a:bodyPr>
            <a:normAutofit/>
          </a:bodyPr>
          <a:lstStyle/>
          <a:p>
            <a:pPr algn="ctr">
              <a:buNone/>
            </a:pPr>
            <a:endParaRPr lang="en-US" sz="8000" dirty="0" smtClean="0">
              <a:solidFill>
                <a:srgbClr val="002060"/>
              </a:solidFill>
              <a:latin typeface="Arial Black" pitchFamily="34" charset="0"/>
            </a:endParaRPr>
          </a:p>
          <a:p>
            <a:pPr algn="ctr">
              <a:buNone/>
            </a:pPr>
            <a:r>
              <a:rPr lang="en-US" sz="8000" smtClean="0">
                <a:solidFill>
                  <a:srgbClr val="002060"/>
                </a:solidFill>
                <a:latin typeface="Arial Black" pitchFamily="34" charset="0"/>
              </a:rPr>
              <a:t>E’tiboringiz</a:t>
            </a:r>
            <a:r>
              <a:rPr lang="en-US" sz="8000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r>
              <a:rPr lang="en-US" sz="8000" dirty="0" err="1" smtClean="0">
                <a:solidFill>
                  <a:srgbClr val="002060"/>
                </a:solidFill>
                <a:latin typeface="Arial Black" pitchFamily="34" charset="0"/>
              </a:rPr>
              <a:t>uchun</a:t>
            </a:r>
            <a:r>
              <a:rPr lang="en-US" sz="8000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r>
              <a:rPr lang="en-US" sz="8000" dirty="0" err="1" smtClean="0">
                <a:solidFill>
                  <a:srgbClr val="002060"/>
                </a:solidFill>
                <a:latin typeface="Arial Black" pitchFamily="34" charset="0"/>
              </a:rPr>
              <a:t>rahmat</a:t>
            </a:r>
            <a:endParaRPr lang="ru-RU" sz="8000" dirty="0">
              <a:solidFill>
                <a:srgbClr val="002060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Бумажная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Бумажная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Бумажная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57</TotalTime>
  <Words>4</Words>
  <Application>Microsoft Office PowerPoint</Application>
  <PresentationFormat>Экран (4:3)</PresentationFormat>
  <Paragraphs>3</Paragraphs>
  <Slides>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3" baseType="lpstr">
      <vt:lpstr>Бумажная</vt:lpstr>
      <vt:lpstr>5-sinf  Informatika va  axborot texnologiyalari  Mavzu: Diagrammalar bilan ishlashni boshlash. Axborotni guruhlash </vt:lpstr>
      <vt:lpstr>Слайд 2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Пользователь</dc:creator>
  <cp:lastModifiedBy>Пользователь</cp:lastModifiedBy>
  <cp:revision>13</cp:revision>
  <dcterms:created xsi:type="dcterms:W3CDTF">2026-02-09T12:18:45Z</dcterms:created>
  <dcterms:modified xsi:type="dcterms:W3CDTF">2026-02-19T14:48:17Z</dcterms:modified>
</cp:coreProperties>
</file>