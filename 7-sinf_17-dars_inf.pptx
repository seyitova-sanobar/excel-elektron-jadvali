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loyihalash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Dizayn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shakllantirish</a:t>
            </a:r>
            <a: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</a:br>
            <a:endParaRPr lang="en-US" dirty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Kalit</a:t>
            </a:r>
            <a:r>
              <a:rPr lang="en-US" dirty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so‘zlar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Formulalar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formulaning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koʻpligidir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nechta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anglatadi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Loyihalashtirish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bo‘yicha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ko‘rsatmalar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tizimning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tavsifi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loyihasini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ishlatiladi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Tekshirish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tizimdagi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turli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xil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maʻlumotlarni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ishlatishga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harakat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qilib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tizimning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ishlashiga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ishonch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71382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8244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50</TotalTime>
  <Words>46</Words>
  <Application>Microsoft Office PowerPoint</Application>
  <PresentationFormat>Экран (4:3)</PresentationFormat>
  <Paragraphs>6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Бумажная</vt:lpstr>
      <vt:lpstr>7-sinf Informatika va axborot texnologiyalari Mavzu: Elektron jadvalni loyihalash. Dizayn shakllantirish </vt:lpstr>
      <vt:lpstr>Kalit so‘zlar</vt:lpstr>
      <vt:lpstr>Слайд 3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12</cp:revision>
  <dcterms:created xsi:type="dcterms:W3CDTF">2026-02-10T06:20:42Z</dcterms:created>
  <dcterms:modified xsi:type="dcterms:W3CDTF">2026-02-19T14:52:40Z</dcterms:modified>
</cp:coreProperties>
</file>