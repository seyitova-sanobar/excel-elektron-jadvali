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4"/>
  </p:notesMasterIdLst>
  <p:sldIdLst>
    <p:sldId id="266" r:id="rId2"/>
    <p:sldId id="269" r:id="rId3"/>
  </p:sldIdLst>
  <p:sldSz cx="14630400" cy="8229600"/>
  <p:notesSz cx="8229600" cy="14630400"/>
  <p:embeddedFontLst>
    <p:embeddedFont>
      <p:font typeface="Book Antiqua" pitchFamily="18" charset="0"/>
      <p:regular r:id="rId5"/>
      <p:bold r:id="rId6"/>
      <p:italic r:id="rId7"/>
      <p:boldItalic r:id="rId8"/>
    </p:embeddedFont>
    <p:embeddedFont>
      <p:font typeface="Calibri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092" y="-37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F6CDABC-72F5-4CF4-81D7-430BBA31EC97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 smtClean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9713119-2F9F-4D4A-8D1A-C2E80819A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overOverla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/>
        </p:nvGrpSpPr>
        <p:grpSpPr>
          <a:xfrm>
            <a:off x="1910562" y="3465036"/>
            <a:ext cx="10846576" cy="1277273"/>
            <a:chOff x="1172584" y="1381459"/>
            <a:chExt cx="6779110" cy="1064394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6" name="TextBox 5"/>
            <p:cNvSpPr txBox="1"/>
            <p:nvPr/>
          </p:nvSpPr>
          <p:spPr>
            <a:xfrm>
              <a:off x="4147073" y="1381459"/>
              <a:ext cx="732573" cy="10643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7700" dirty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  <a:cs typeface="+mn-cs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3346" y="1665285"/>
            <a:ext cx="10843709" cy="2078378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521434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AF8C679-CE58-4527-A106-5458D2F9A45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4AD26B2-BC08-4DD6-8417-C05B16B77C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3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4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0AF76-B7BD-4D26-8246-ABFE0CE18273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593F3-6A04-4987-B4CE-7AA4C63916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CoverOverla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876425" y="3465513"/>
            <a:ext cx="10845800" cy="1276350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570"/>
              <a:ext cx="3119661" cy="132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2033" y="1926895"/>
              <a:ext cx="3119661" cy="264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065" y="1445829"/>
            <a:ext cx="12407541" cy="2292859"/>
          </a:xfrm>
        </p:spPr>
        <p:txBody>
          <a:bodyPr anchor="b"/>
          <a:lstStyle>
            <a:lvl1pPr algn="ctr">
              <a:defRPr sz="7700" b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798" y="4520780"/>
            <a:ext cx="12375595" cy="1800224"/>
          </a:xfrm>
        </p:spPr>
        <p:txBody>
          <a:bodyPr/>
          <a:lstStyle>
            <a:lvl1pPr marL="0" indent="0" algn="ctr">
              <a:buNone/>
              <a:defRPr sz="2900">
                <a:solidFill>
                  <a:schemeClr val="tx2"/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AEB3-FB20-4B74-8D34-7757990E1316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FE920-289F-4749-8B1A-FD0F0820E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097280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7432242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8D8EA-70A8-4D05-AE23-CF8AA05884FA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71733-2CAB-4876-A76E-026E78542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9" name="Straight Connector 16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7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496" y="2688336"/>
            <a:ext cx="5507914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1581" y="3537114"/>
            <a:ext cx="6086246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03690" y="2688336"/>
            <a:ext cx="5515661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3533241"/>
            <a:ext cx="6079565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69D90-0DDC-4280-815B-4EC2EAE0C767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1EF08-FE7C-4D77-A034-C767AC273D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4" name="TextBox 3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5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39837-1030-4270-8F5E-4A5F29352E8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5F250-A55C-4FA8-AC29-656F9DFBE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34448-F2DF-47FC-B29D-511805F78872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FCC06-DDEC-407D-8342-F6247A08E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327" y="2013835"/>
            <a:ext cx="5475973" cy="2264305"/>
          </a:xfrm>
        </p:spPr>
        <p:txBody>
          <a:bodyPr anchor="b"/>
          <a:lstStyle>
            <a:lvl1pPr algn="l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203" y="671278"/>
            <a:ext cx="6586667" cy="6680118"/>
          </a:xfrm>
        </p:spPr>
        <p:txBody>
          <a:bodyPr anchor="ctr"/>
          <a:lstStyle>
            <a:lvl1pPr>
              <a:defRPr sz="3400"/>
            </a:lvl1pPr>
            <a:lvl2pPr>
              <a:defRPr sz="3100"/>
            </a:lvl2pPr>
            <a:lvl3pPr>
              <a:defRPr sz="2900"/>
            </a:lvl3pPr>
            <a:lvl4pPr>
              <a:defRPr sz="2600"/>
            </a:lvl4pPr>
            <a:lvl5pPr>
              <a:defRPr sz="23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5327" y="4324575"/>
            <a:ext cx="5458760" cy="3020747"/>
          </a:xfrm>
        </p:spPr>
        <p:txBody>
          <a:bodyPr>
            <a:normAutofit/>
          </a:bodyPr>
          <a:lstStyle>
            <a:lvl1pPr marL="0" indent="0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E2A34-FE68-4DBA-9253-2AA913F7E79D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187F4-728F-4FF9-9E41-95A8D4EA6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370" y="5602582"/>
            <a:ext cx="12427234" cy="773675"/>
          </a:xfrm>
        </p:spPr>
        <p:txBody>
          <a:bodyPr anchor="b"/>
          <a:lstStyle>
            <a:lvl1pPr algn="ctr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3494067" y="800358"/>
            <a:ext cx="7635450" cy="4317619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 rtlCol="0">
            <a:normAutofit/>
          </a:bodyPr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1583" y="6389167"/>
            <a:ext cx="12410022" cy="965834"/>
          </a:xfrm>
        </p:spPr>
        <p:txBody>
          <a:bodyPr>
            <a:normAutofit/>
          </a:bodyPr>
          <a:lstStyle>
            <a:lvl1pPr marL="0" indent="0" algn="ctr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1B4A9-9AD6-4E1D-8C90-1C106882419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172B1-EBC0-4ED6-AC38-DA6BA9F60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5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9D1A2-8D84-4DE9-805B-9CD091646C6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ECFA5-3982-470C-B871-3BF10A3DE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 rot="5400000">
            <a:off x="7350126" y="3371850"/>
            <a:ext cx="6577012" cy="1277937"/>
            <a:chOff x="1815339" y="1443976"/>
            <a:chExt cx="5480154" cy="798296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097083" y="1443976"/>
              <a:ext cx="977513" cy="798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2"/>
            <p:cNvCxnSpPr/>
            <p:nvPr/>
          </p:nvCxnSpPr>
          <p:spPr>
            <a:xfrm flipH="1" flipV="1">
              <a:off x="1815339" y="1921962"/>
              <a:ext cx="2468252" cy="198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 rot="10800000">
              <a:off x="4827241" y="1927912"/>
              <a:ext cx="2468252" cy="991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26497" y="671278"/>
            <a:ext cx="2685109" cy="668011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1582" y="1019826"/>
            <a:ext cx="8812667" cy="602858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3B1EA-6A75-4FE4-962D-F74209FB0D1C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7FC0D-F384-4165-A8F9-136751EE0F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1101725" y="684213"/>
            <a:ext cx="12409488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19188" y="2698750"/>
            <a:ext cx="12392025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263" y="7392988"/>
            <a:ext cx="3414712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B1A099-A939-49CF-9017-5202B920425E}" type="datetimeFigureOut">
              <a:rPr lang="en-US"/>
              <a:pPr>
                <a:defRPr/>
              </a:pPr>
              <a:t>2/19/2026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9038" y="7392988"/>
            <a:ext cx="46323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23550" y="7392988"/>
            <a:ext cx="34131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62EFE1-C9D5-4626-88DA-4B06DD237228}" type="slidenum">
              <a:rPr lang="en-US"/>
              <a:pPr>
                <a:defRPr/>
              </a:pPr>
              <a:t>‹#›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sldNum="0" hdr="0" ftr="0" dt="0"/>
  <p:txStyles>
    <p:titleStyle>
      <a:lvl1pPr algn="ctr" defTabSz="1304925" rtl="0" eaLnBrk="0" fontAlgn="base" hangingPunct="0">
        <a:spcBef>
          <a:spcPct val="0"/>
        </a:spcBef>
        <a:spcAft>
          <a:spcPct val="0"/>
        </a:spcAft>
        <a:defRPr sz="77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2pPr>
      <a:lvl3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3pPr>
      <a:lvl4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4pPr>
      <a:lvl5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22288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3400" kern="1200">
          <a:solidFill>
            <a:srgbClr val="262626"/>
          </a:solidFill>
          <a:latin typeface="+mn-lt"/>
          <a:ea typeface="+mn-ea"/>
          <a:cs typeface="+mn-cs"/>
        </a:defRPr>
      </a:lvl1pPr>
      <a:lvl2pPr marL="1109663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"/>
        <a:defRPr sz="3100" kern="1200">
          <a:solidFill>
            <a:srgbClr val="262626"/>
          </a:solidFill>
          <a:latin typeface="+mn-lt"/>
          <a:ea typeface="+mn-ea"/>
          <a:cs typeface="+mn-cs"/>
        </a:defRPr>
      </a:lvl2pPr>
      <a:lvl3pPr marL="1631950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900" kern="1200">
          <a:solidFill>
            <a:srgbClr val="262626"/>
          </a:solidFill>
          <a:latin typeface="+mn-lt"/>
          <a:ea typeface="+mn-ea"/>
          <a:cs typeface="+mn-cs"/>
        </a:defRPr>
      </a:lvl3pPr>
      <a:lvl4pPr marL="21542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600" kern="1200">
          <a:solidFill>
            <a:srgbClr val="262626"/>
          </a:solidFill>
          <a:latin typeface="+mn-lt"/>
          <a:ea typeface="+mn-ea"/>
          <a:cs typeface="+mn-cs"/>
        </a:defRPr>
      </a:lvl4pPr>
      <a:lvl5pPr marL="26114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300" kern="1200">
          <a:solidFill>
            <a:srgbClr val="262626"/>
          </a:solidFill>
          <a:latin typeface="+mn-lt"/>
          <a:ea typeface="+mn-ea"/>
          <a:cs typeface="+mn-cs"/>
        </a:defRPr>
      </a:lvl5pPr>
      <a:lvl6pPr marL="3069618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526795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983972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441149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93346" y="369870"/>
            <a:ext cx="10843709" cy="3421294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1" hangingPunct="1">
              <a:defRPr/>
            </a:pPr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6-sinf 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Informatika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endParaRPr lang="en-US" b="1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4675" y="4521200"/>
            <a:ext cx="12863513" cy="3040063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tushunchasi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kiritish</a:t>
            </a:r>
            <a:endParaRPr lang="en-US" sz="54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338138"/>
            <a:ext cx="6843712" cy="7690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39251" y="892399"/>
            <a:ext cx="4305300" cy="677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вердый переплет">
  <a:themeElements>
    <a:clrScheme name="Твердый переплет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Твердый переплет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Твердый переплет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Твердый переплет">
    <a:dk1>
      <a:sysClr val="windowText" lastClr="000000"/>
    </a:dk1>
    <a:lt1>
      <a:sysClr val="window" lastClr="FFFFFF"/>
    </a:lt1>
    <a:dk2>
      <a:srgbClr val="895D1D"/>
    </a:dk2>
    <a:lt2>
      <a:srgbClr val="ECE9C6"/>
    </a:lt2>
    <a:accent1>
      <a:srgbClr val="873624"/>
    </a:accent1>
    <a:accent2>
      <a:srgbClr val="D6862D"/>
    </a:accent2>
    <a:accent3>
      <a:srgbClr val="D0BE40"/>
    </a:accent3>
    <a:accent4>
      <a:srgbClr val="877F6C"/>
    </a:accent4>
    <a:accent5>
      <a:srgbClr val="972109"/>
    </a:accent5>
    <a:accent6>
      <a:srgbClr val="AEB795"/>
    </a:accent6>
    <a:hlink>
      <a:srgbClr val="CC99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203</TotalTime>
  <Words>11</Words>
  <Application>Microsoft Office PowerPoint</Application>
  <PresentationFormat>Произвольный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Times New Roman</vt:lpstr>
      <vt:lpstr>Wingdings</vt:lpstr>
      <vt:lpstr>Book Antiqua</vt:lpstr>
      <vt:lpstr>Calibri</vt:lpstr>
      <vt:lpstr>Твердый переплет</vt:lpstr>
      <vt:lpstr>6-sinf  Informatika va axborot texnologiyalari</vt:lpstr>
      <vt:lpstr>Слайд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24</cp:revision>
  <dcterms:created xsi:type="dcterms:W3CDTF">2026-01-30T16:02:42Z</dcterms:created>
  <dcterms:modified xsi:type="dcterms:W3CDTF">2026-02-19T14:50:33Z</dcterms:modified>
</cp:coreProperties>
</file>