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65" r:id="rId3"/>
    <p:sldId id="270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836712"/>
            <a:ext cx="8305800" cy="5328592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bilan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ishlashni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boshlash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Axborotni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guruhlash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1.3-mashg‘ulot .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Qogʻoz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boʻlagiga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matematik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toʻplamini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chizing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ularni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kesib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ikki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usulda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tartiblang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628800"/>
            <a:ext cx="5616624" cy="4967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8000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57</TotalTime>
  <Words>22</Words>
  <Application>Microsoft Office PowerPoint</Application>
  <PresentationFormat>Экран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Бумажная</vt:lpstr>
      <vt:lpstr>5-sinf  Informatika va  axborot texnologiyalari  Mavzu: Diagrammalar bilan ishlashni boshlash. Axborotni guruhlash </vt:lpstr>
      <vt:lpstr>1.3-mashg‘ulot . Qogʻoz boʻlagiga turli matematik shakllar toʻplamini chizing, ularni kesib chiqing va ikki usulda tartiblang.</vt:lpstr>
      <vt:lpstr>Слайд 3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14</cp:revision>
  <dcterms:created xsi:type="dcterms:W3CDTF">2026-02-09T12:18:45Z</dcterms:created>
  <dcterms:modified xsi:type="dcterms:W3CDTF">2026-02-19T14:48:36Z</dcterms:modified>
</cp:coreProperties>
</file>