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0" r:id="rId3"/>
    <p:sldId id="268" r:id="rId4"/>
    <p:sldId id="26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Заголовок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вал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Дата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Нижний колонтитул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1" name="Объект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4" name="Объект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Объект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548680"/>
            <a:ext cx="7772400" cy="5760639"/>
          </a:xfrm>
        </p:spPr>
        <p:txBody>
          <a:bodyPr>
            <a:normAutofit/>
          </a:bodyPr>
          <a:lstStyle/>
          <a:p>
            <a:r>
              <a:rPr lang="en-US" sz="66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7-sinf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</a:br>
            <a:r>
              <a:rPr lang="en-US" dirty="0" err="1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Informatika</a:t>
            </a:r>
            <a: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va</a:t>
            </a:r>
            <a: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axborot</a:t>
            </a:r>
            <a: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texnologiyalari</a:t>
            </a:r>
            <a: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</a:b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Mavzu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: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Elektron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jadvalni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loyihalash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.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Dizayn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shakllantirish</a:t>
            </a:r>
            <a:r>
              <a:rPr lang="en-US" dirty="0" smtClean="0">
                <a:solidFill>
                  <a:srgbClr val="7030A0"/>
                </a:solidFill>
                <a:latin typeface="Aharoni" pitchFamily="2" charset="-79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7030A0"/>
                </a:solidFill>
                <a:latin typeface="Aharoni" pitchFamily="2" charset="-79"/>
                <a:cs typeface="Aharoni" pitchFamily="2" charset="-79"/>
              </a:rPr>
            </a:br>
            <a:endParaRPr lang="en-US" dirty="0">
              <a:solidFill>
                <a:srgbClr val="7030A0"/>
              </a:solidFill>
              <a:latin typeface="Aharoni" pitchFamily="2" charset="-79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48953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Elektron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jadvalni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loyihalash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.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Dizayn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shakllantirish</a:t>
            </a:r>
            <a:endParaRPr lang="ru-RU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9600" dirty="0" smtClean="0">
              <a:solidFill>
                <a:srgbClr val="7030A0"/>
              </a:solidFill>
              <a:latin typeface="Aharoni" pitchFamily="2" charset="-79"/>
              <a:cs typeface="Aharoni" pitchFamily="2" charset="-79"/>
            </a:endParaRPr>
          </a:p>
          <a:p>
            <a:pPr marL="0" indent="0" algn="ctr">
              <a:buNone/>
            </a:pP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E’tiboringiz</a:t>
            </a:r>
            <a:r>
              <a:rPr lang="en-US" sz="80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uchun</a:t>
            </a:r>
            <a:r>
              <a:rPr lang="en-US" sz="80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rahmat</a:t>
            </a:r>
            <a:endParaRPr lang="en-US" sz="8000" dirty="0">
              <a:solidFill>
                <a:srgbClr val="7030A0"/>
              </a:solidFill>
              <a:latin typeface="Arial Black" pitchFamily="34" charset="0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78244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Elektron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jadval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-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ma'lumotlarni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tizimli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saqlash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va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hisoblash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uchun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formulalardan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foydalanishning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samarali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usuli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.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Ular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grafiklar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yaratishda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ham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qo'llaniladi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.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Ushbu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bo'limda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siz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loyihalashtirish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ko'rsatmalari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asosida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yangi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elektron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jadval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yaratish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,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uning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ishlashini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tekshirish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va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baholashni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o'rganasiz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умажная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Бумажная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Бумажная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52</TotalTime>
  <Words>47</Words>
  <Application>Microsoft Office PowerPoint</Application>
  <PresentationFormat>Экран (4:3)</PresentationFormat>
  <Paragraphs>5</Paragraphs>
  <Slides>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5" baseType="lpstr">
      <vt:lpstr>Бумажная</vt:lpstr>
      <vt:lpstr>7-sinf Informatika va axborot texnologiyalari Mavzu: Elektron jadvalni loyihalash. Dizayn shakllantirish </vt:lpstr>
      <vt:lpstr>Слайд 2</vt:lpstr>
      <vt:lpstr>Слайд 3</vt:lpstr>
      <vt:lpstr>Слайд 4</vt:lpstr>
    </vt:vector>
  </TitlesOfParts>
  <Company>Home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7-sinf Informatika va axborot texnologiyalari Mavzu: Elektron jadvalni loyihalash. Dizayn shakllantirish</dc:title>
  <dc:creator>Пользователь</dc:creator>
  <cp:lastModifiedBy>Пользователь</cp:lastModifiedBy>
  <cp:revision>16</cp:revision>
  <dcterms:created xsi:type="dcterms:W3CDTF">2026-02-10T06:20:42Z</dcterms:created>
  <dcterms:modified xsi:type="dcterms:W3CDTF">2026-02-19T14:54:07Z</dcterms:modified>
</cp:coreProperties>
</file>